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4"/>
  </p:notesMasterIdLst>
  <p:sldIdLst>
    <p:sldId id="265" r:id="rId2"/>
    <p:sldId id="256" r:id="rId3"/>
    <p:sldId id="274" r:id="rId4"/>
    <p:sldId id="277" r:id="rId5"/>
    <p:sldId id="278" r:id="rId6"/>
    <p:sldId id="279" r:id="rId7"/>
    <p:sldId id="281" r:id="rId8"/>
    <p:sldId id="280" r:id="rId9"/>
    <p:sldId id="282" r:id="rId10"/>
    <p:sldId id="283" r:id="rId11"/>
    <p:sldId id="284" r:id="rId12"/>
    <p:sldId id="286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2B2B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5" autoAdjust="0"/>
    <p:restoredTop sz="90058" autoAdjust="0"/>
  </p:normalViewPr>
  <p:slideViewPr>
    <p:cSldViewPr>
      <p:cViewPr varScale="1">
        <p:scale>
          <a:sx n="67" d="100"/>
          <a:sy n="67" d="100"/>
        </p:scale>
        <p:origin x="-58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53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39FD3A73-643F-47F5-8E66-0F32F99C06D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4763" y="0"/>
            <a:ext cx="1728787" cy="6865938"/>
            <a:chOff x="3" y="0"/>
            <a:chExt cx="1089" cy="4325"/>
          </a:xfrm>
        </p:grpSpPr>
        <p:sp>
          <p:nvSpPr>
            <p:cNvPr id="9219" name="Arc 3"/>
            <p:cNvSpPr>
              <a:spLocks/>
            </p:cNvSpPr>
            <p:nvPr/>
          </p:nvSpPr>
          <p:spPr bwMode="auto">
            <a:xfrm>
              <a:off x="3" y="293"/>
              <a:ext cx="252" cy="403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21600"/>
                <a:gd name="T1" fmla="*/ 43200 h 43200"/>
                <a:gd name="T2" fmla="*/ 21600 w 21600"/>
                <a:gd name="T3" fmla="*/ 0 h 43200"/>
                <a:gd name="T4" fmla="*/ 21600 w 216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200" fill="none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21600" h="43200" stroke="0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0" name="Arc 4"/>
            <p:cNvSpPr>
              <a:spLocks/>
            </p:cNvSpPr>
            <p:nvPr/>
          </p:nvSpPr>
          <p:spPr bwMode="auto">
            <a:xfrm>
              <a:off x="840" y="293"/>
              <a:ext cx="252" cy="403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200"/>
                <a:gd name="T2" fmla="*/ 0 w 21600"/>
                <a:gd name="T3" fmla="*/ 43200 h 43200"/>
                <a:gd name="T4" fmla="*/ 0 w 216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1" name="Rectangle 5"/>
            <p:cNvSpPr>
              <a:spLocks noChangeArrowheads="1"/>
            </p:cNvSpPr>
            <p:nvPr/>
          </p:nvSpPr>
          <p:spPr bwMode="auto">
            <a:xfrm>
              <a:off x="204" y="0"/>
              <a:ext cx="672" cy="4319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2" name="AutoShape 6"/>
            <p:cNvSpPr>
              <a:spLocks noChangeArrowheads="1"/>
            </p:cNvSpPr>
            <p:nvPr/>
          </p:nvSpPr>
          <p:spPr bwMode="auto">
            <a:xfrm rot="6000000">
              <a:off x="348" y="1644"/>
              <a:ext cx="456" cy="360"/>
            </a:xfrm>
            <a:prstGeom prst="triangle">
              <a:avLst>
                <a:gd name="adj" fmla="val 49995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hlink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23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1370013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24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225" name="Rectangle 9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226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3200400" y="639921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227" name="Rectangle 1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A12958C-74D6-4E15-ACC4-B05743D138D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E0CE4E-5A67-4742-BF57-4274C9ADD8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9C6AE7-D8C7-45A0-9010-DBC1A2020F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2413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047EBA-C753-4AAB-A012-001F3C456F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C68E7-50A0-4CF6-AB98-94B2953C9FC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5E66B-CFC9-4C7F-870E-4A3F14891EC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EDC543-5A4E-4D99-BBCC-5785EDD30B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1F58B5-E02E-47D5-977F-5771B69A39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4EBDC-D7FA-4511-86B5-FD2A61601F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96F55-3D0B-47BD-833A-9BA817E8A8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9313" y="247650"/>
            <a:ext cx="1943100" cy="5543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247650"/>
            <a:ext cx="5676900" cy="55435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757A4-E3A3-413D-9D09-3964846140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4763" y="0"/>
            <a:ext cx="1728787" cy="6865938"/>
            <a:chOff x="3" y="0"/>
            <a:chExt cx="1089" cy="4325"/>
          </a:xfrm>
        </p:grpSpPr>
        <p:sp>
          <p:nvSpPr>
            <p:cNvPr id="8195" name="Arc 3"/>
            <p:cNvSpPr>
              <a:spLocks/>
            </p:cNvSpPr>
            <p:nvPr/>
          </p:nvSpPr>
          <p:spPr bwMode="auto">
            <a:xfrm>
              <a:off x="3" y="293"/>
              <a:ext cx="252" cy="403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21600"/>
                <a:gd name="T1" fmla="*/ 43200 h 43200"/>
                <a:gd name="T2" fmla="*/ 21600 w 21600"/>
                <a:gd name="T3" fmla="*/ 0 h 43200"/>
                <a:gd name="T4" fmla="*/ 21600 w 216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200" fill="none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21600" h="43200" stroke="0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96" name="Arc 4"/>
            <p:cNvSpPr>
              <a:spLocks/>
            </p:cNvSpPr>
            <p:nvPr/>
          </p:nvSpPr>
          <p:spPr bwMode="auto">
            <a:xfrm>
              <a:off x="840" y="293"/>
              <a:ext cx="252" cy="403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200"/>
                <a:gd name="T2" fmla="*/ 0 w 21600"/>
                <a:gd name="T3" fmla="*/ 43200 h 43200"/>
                <a:gd name="T4" fmla="*/ 0 w 216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97" name="Rectangle 5"/>
            <p:cNvSpPr>
              <a:spLocks noChangeArrowheads="1"/>
            </p:cNvSpPr>
            <p:nvPr/>
          </p:nvSpPr>
          <p:spPr bwMode="auto">
            <a:xfrm>
              <a:off x="204" y="0"/>
              <a:ext cx="672" cy="4319"/>
            </a:xfrm>
            <a:prstGeom prst="rect">
              <a:avLst/>
            </a:prstGeom>
            <a:blipFill dpi="0" rotWithShape="0">
              <a:blip r:embed="rId13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98" name="AutoShape 6"/>
            <p:cNvSpPr>
              <a:spLocks noChangeArrowheads="1"/>
            </p:cNvSpPr>
            <p:nvPr/>
          </p:nvSpPr>
          <p:spPr bwMode="auto">
            <a:xfrm rot="6000000">
              <a:off x="348" y="372"/>
              <a:ext cx="456" cy="360"/>
            </a:xfrm>
            <a:prstGeom prst="triangle">
              <a:avLst>
                <a:gd name="adj" fmla="val 49995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hlink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2476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201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20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267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7413" y="63992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2DA195A-D03B-40D3-B723-8B1EF0C9DD1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Announcements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 Friday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More Physical Storage 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B+ Tree</a:t>
            </a:r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4419600" y="17526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100     200         </a:t>
            </a:r>
          </a:p>
        </p:txBody>
      </p:sp>
      <p:sp>
        <p:nvSpPr>
          <p:cNvPr id="181254" name="Line 6"/>
          <p:cNvSpPr>
            <a:spLocks noChangeShapeType="1"/>
          </p:cNvSpPr>
          <p:nvPr/>
        </p:nvSpPr>
        <p:spPr bwMode="auto">
          <a:xfrm>
            <a:off x="4572000" y="1752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55" name="Line 7"/>
          <p:cNvSpPr>
            <a:spLocks noChangeShapeType="1"/>
          </p:cNvSpPr>
          <p:nvPr/>
        </p:nvSpPr>
        <p:spPr bwMode="auto">
          <a:xfrm>
            <a:off x="4953000" y="1752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56" name="Line 8"/>
          <p:cNvSpPr>
            <a:spLocks noChangeShapeType="1"/>
          </p:cNvSpPr>
          <p:nvPr/>
        </p:nvSpPr>
        <p:spPr bwMode="auto">
          <a:xfrm>
            <a:off x="5105400" y="1752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57" name="Line 9"/>
          <p:cNvSpPr>
            <a:spLocks noChangeShapeType="1"/>
          </p:cNvSpPr>
          <p:nvPr/>
        </p:nvSpPr>
        <p:spPr bwMode="auto">
          <a:xfrm>
            <a:off x="5486400" y="1752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58" name="Line 10"/>
          <p:cNvSpPr>
            <a:spLocks noChangeShapeType="1"/>
          </p:cNvSpPr>
          <p:nvPr/>
        </p:nvSpPr>
        <p:spPr bwMode="auto">
          <a:xfrm>
            <a:off x="5638800" y="1752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59" name="Rectangle 11"/>
          <p:cNvSpPr>
            <a:spLocks noChangeArrowheads="1"/>
          </p:cNvSpPr>
          <p:nvPr/>
        </p:nvSpPr>
        <p:spPr bwMode="auto">
          <a:xfrm>
            <a:off x="1524000" y="22098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15       60          </a:t>
            </a:r>
          </a:p>
        </p:txBody>
      </p:sp>
      <p:sp>
        <p:nvSpPr>
          <p:cNvPr id="181260" name="Line 12"/>
          <p:cNvSpPr>
            <a:spLocks noChangeShapeType="1"/>
          </p:cNvSpPr>
          <p:nvPr/>
        </p:nvSpPr>
        <p:spPr bwMode="auto">
          <a:xfrm>
            <a:off x="1676400" y="2209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61" name="Line 13"/>
          <p:cNvSpPr>
            <a:spLocks noChangeShapeType="1"/>
          </p:cNvSpPr>
          <p:nvPr/>
        </p:nvSpPr>
        <p:spPr bwMode="auto">
          <a:xfrm>
            <a:off x="2057400" y="2209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62" name="Line 14"/>
          <p:cNvSpPr>
            <a:spLocks noChangeShapeType="1"/>
          </p:cNvSpPr>
          <p:nvPr/>
        </p:nvSpPr>
        <p:spPr bwMode="auto">
          <a:xfrm>
            <a:off x="2209800" y="2209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63" name="Line 15"/>
          <p:cNvSpPr>
            <a:spLocks noChangeShapeType="1"/>
          </p:cNvSpPr>
          <p:nvPr/>
        </p:nvSpPr>
        <p:spPr bwMode="auto">
          <a:xfrm>
            <a:off x="2590800" y="2209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64" name="Line 16"/>
          <p:cNvSpPr>
            <a:spLocks noChangeShapeType="1"/>
          </p:cNvSpPr>
          <p:nvPr/>
        </p:nvSpPr>
        <p:spPr bwMode="auto">
          <a:xfrm>
            <a:off x="2743200" y="2209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65" name="Rectangle 17"/>
          <p:cNvSpPr>
            <a:spLocks noChangeArrowheads="1"/>
          </p:cNvSpPr>
          <p:nvPr/>
        </p:nvSpPr>
        <p:spPr bwMode="auto">
          <a:xfrm>
            <a:off x="4267200" y="44196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120     150         </a:t>
            </a:r>
          </a:p>
        </p:txBody>
      </p:sp>
      <p:sp>
        <p:nvSpPr>
          <p:cNvPr id="181266" name="Line 18"/>
          <p:cNvSpPr>
            <a:spLocks noChangeShapeType="1"/>
          </p:cNvSpPr>
          <p:nvPr/>
        </p:nvSpPr>
        <p:spPr bwMode="auto">
          <a:xfrm>
            <a:off x="4419600" y="4419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67" name="Line 19"/>
          <p:cNvSpPr>
            <a:spLocks noChangeShapeType="1"/>
          </p:cNvSpPr>
          <p:nvPr/>
        </p:nvSpPr>
        <p:spPr bwMode="auto">
          <a:xfrm>
            <a:off x="4800600" y="4419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68" name="Line 20"/>
          <p:cNvSpPr>
            <a:spLocks noChangeShapeType="1"/>
          </p:cNvSpPr>
          <p:nvPr/>
        </p:nvSpPr>
        <p:spPr bwMode="auto">
          <a:xfrm>
            <a:off x="4953000" y="4419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69" name="Line 21"/>
          <p:cNvSpPr>
            <a:spLocks noChangeShapeType="1"/>
          </p:cNvSpPr>
          <p:nvPr/>
        </p:nvSpPr>
        <p:spPr bwMode="auto">
          <a:xfrm>
            <a:off x="5334000" y="4419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70" name="Line 22"/>
          <p:cNvSpPr>
            <a:spLocks noChangeShapeType="1"/>
          </p:cNvSpPr>
          <p:nvPr/>
        </p:nvSpPr>
        <p:spPr bwMode="auto">
          <a:xfrm>
            <a:off x="5486400" y="4419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77" name="Rectangle 29"/>
          <p:cNvSpPr>
            <a:spLocks noChangeArrowheads="1"/>
          </p:cNvSpPr>
          <p:nvPr/>
        </p:nvSpPr>
        <p:spPr bwMode="auto">
          <a:xfrm>
            <a:off x="0" y="36576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1        8           </a:t>
            </a:r>
          </a:p>
        </p:txBody>
      </p:sp>
      <p:sp>
        <p:nvSpPr>
          <p:cNvPr id="181278" name="Line 30"/>
          <p:cNvSpPr>
            <a:spLocks noChangeShapeType="1"/>
          </p:cNvSpPr>
          <p:nvPr/>
        </p:nvSpPr>
        <p:spPr bwMode="auto">
          <a:xfrm>
            <a:off x="1524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79" name="Line 31"/>
          <p:cNvSpPr>
            <a:spLocks noChangeShapeType="1"/>
          </p:cNvSpPr>
          <p:nvPr/>
        </p:nvSpPr>
        <p:spPr bwMode="auto">
          <a:xfrm>
            <a:off x="5334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80" name="Line 32"/>
          <p:cNvSpPr>
            <a:spLocks noChangeShapeType="1"/>
          </p:cNvSpPr>
          <p:nvPr/>
        </p:nvSpPr>
        <p:spPr bwMode="auto">
          <a:xfrm>
            <a:off x="6858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81" name="Line 33"/>
          <p:cNvSpPr>
            <a:spLocks noChangeShapeType="1"/>
          </p:cNvSpPr>
          <p:nvPr/>
        </p:nvSpPr>
        <p:spPr bwMode="auto">
          <a:xfrm>
            <a:off x="10668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82" name="Line 34"/>
          <p:cNvSpPr>
            <a:spLocks noChangeShapeType="1"/>
          </p:cNvSpPr>
          <p:nvPr/>
        </p:nvSpPr>
        <p:spPr bwMode="auto">
          <a:xfrm>
            <a:off x="12192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83" name="Rectangle 35"/>
          <p:cNvSpPr>
            <a:spLocks noChangeArrowheads="1"/>
          </p:cNvSpPr>
          <p:nvPr/>
        </p:nvSpPr>
        <p:spPr bwMode="auto">
          <a:xfrm>
            <a:off x="1447800" y="41148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15     25      30 </a:t>
            </a:r>
          </a:p>
        </p:txBody>
      </p:sp>
      <p:sp>
        <p:nvSpPr>
          <p:cNvPr id="181284" name="Line 36"/>
          <p:cNvSpPr>
            <a:spLocks noChangeShapeType="1"/>
          </p:cNvSpPr>
          <p:nvPr/>
        </p:nvSpPr>
        <p:spPr bwMode="auto">
          <a:xfrm>
            <a:off x="1600200" y="4114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85" name="Line 37"/>
          <p:cNvSpPr>
            <a:spLocks noChangeShapeType="1"/>
          </p:cNvSpPr>
          <p:nvPr/>
        </p:nvSpPr>
        <p:spPr bwMode="auto">
          <a:xfrm>
            <a:off x="1981200" y="4114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86" name="Line 38"/>
          <p:cNvSpPr>
            <a:spLocks noChangeShapeType="1"/>
          </p:cNvSpPr>
          <p:nvPr/>
        </p:nvSpPr>
        <p:spPr bwMode="auto">
          <a:xfrm>
            <a:off x="2133600" y="4114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87" name="Line 39"/>
          <p:cNvSpPr>
            <a:spLocks noChangeShapeType="1"/>
          </p:cNvSpPr>
          <p:nvPr/>
        </p:nvSpPr>
        <p:spPr bwMode="auto">
          <a:xfrm>
            <a:off x="2514600" y="4114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88" name="Line 40"/>
          <p:cNvSpPr>
            <a:spLocks noChangeShapeType="1"/>
          </p:cNvSpPr>
          <p:nvPr/>
        </p:nvSpPr>
        <p:spPr bwMode="auto">
          <a:xfrm>
            <a:off x="2667000" y="4114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89" name="Rectangle 41"/>
          <p:cNvSpPr>
            <a:spLocks noChangeArrowheads="1"/>
          </p:cNvSpPr>
          <p:nvPr/>
        </p:nvSpPr>
        <p:spPr bwMode="auto">
          <a:xfrm>
            <a:off x="2895600" y="36576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60      75     80 </a:t>
            </a:r>
          </a:p>
        </p:txBody>
      </p:sp>
      <p:sp>
        <p:nvSpPr>
          <p:cNvPr id="181290" name="Line 42"/>
          <p:cNvSpPr>
            <a:spLocks noChangeShapeType="1"/>
          </p:cNvSpPr>
          <p:nvPr/>
        </p:nvSpPr>
        <p:spPr bwMode="auto">
          <a:xfrm>
            <a:off x="30480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91" name="Line 43"/>
          <p:cNvSpPr>
            <a:spLocks noChangeShapeType="1"/>
          </p:cNvSpPr>
          <p:nvPr/>
        </p:nvSpPr>
        <p:spPr bwMode="auto">
          <a:xfrm>
            <a:off x="34290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92" name="Line 44"/>
          <p:cNvSpPr>
            <a:spLocks noChangeShapeType="1"/>
          </p:cNvSpPr>
          <p:nvPr/>
        </p:nvSpPr>
        <p:spPr bwMode="auto">
          <a:xfrm>
            <a:off x="35814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93" name="Line 45"/>
          <p:cNvSpPr>
            <a:spLocks noChangeShapeType="1"/>
          </p:cNvSpPr>
          <p:nvPr/>
        </p:nvSpPr>
        <p:spPr bwMode="auto">
          <a:xfrm>
            <a:off x="39624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94" name="Line 46"/>
          <p:cNvSpPr>
            <a:spLocks noChangeShapeType="1"/>
          </p:cNvSpPr>
          <p:nvPr/>
        </p:nvSpPr>
        <p:spPr bwMode="auto">
          <a:xfrm>
            <a:off x="41148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95" name="Rectangle 47"/>
          <p:cNvSpPr>
            <a:spLocks noChangeArrowheads="1"/>
          </p:cNvSpPr>
          <p:nvPr/>
        </p:nvSpPr>
        <p:spPr bwMode="auto">
          <a:xfrm>
            <a:off x="5562600" y="36576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200     215         </a:t>
            </a:r>
          </a:p>
        </p:txBody>
      </p:sp>
      <p:sp>
        <p:nvSpPr>
          <p:cNvPr id="181296" name="Line 48"/>
          <p:cNvSpPr>
            <a:spLocks noChangeShapeType="1"/>
          </p:cNvSpPr>
          <p:nvPr/>
        </p:nvSpPr>
        <p:spPr bwMode="auto">
          <a:xfrm>
            <a:off x="57150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97" name="Line 49"/>
          <p:cNvSpPr>
            <a:spLocks noChangeShapeType="1"/>
          </p:cNvSpPr>
          <p:nvPr/>
        </p:nvSpPr>
        <p:spPr bwMode="auto">
          <a:xfrm>
            <a:off x="60960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98" name="Line 50"/>
          <p:cNvSpPr>
            <a:spLocks noChangeShapeType="1"/>
          </p:cNvSpPr>
          <p:nvPr/>
        </p:nvSpPr>
        <p:spPr bwMode="auto">
          <a:xfrm>
            <a:off x="62484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99" name="Line 51"/>
          <p:cNvSpPr>
            <a:spLocks noChangeShapeType="1"/>
          </p:cNvSpPr>
          <p:nvPr/>
        </p:nvSpPr>
        <p:spPr bwMode="auto">
          <a:xfrm>
            <a:off x="66294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00" name="Line 52"/>
          <p:cNvSpPr>
            <a:spLocks noChangeShapeType="1"/>
          </p:cNvSpPr>
          <p:nvPr/>
        </p:nvSpPr>
        <p:spPr bwMode="auto">
          <a:xfrm>
            <a:off x="67818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01" name="Rectangle 53"/>
          <p:cNvSpPr>
            <a:spLocks noChangeArrowheads="1"/>
          </p:cNvSpPr>
          <p:nvPr/>
        </p:nvSpPr>
        <p:spPr bwMode="auto">
          <a:xfrm>
            <a:off x="7010400" y="40386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230     240         </a:t>
            </a:r>
          </a:p>
        </p:txBody>
      </p:sp>
      <p:sp>
        <p:nvSpPr>
          <p:cNvPr id="181302" name="Line 54"/>
          <p:cNvSpPr>
            <a:spLocks noChangeShapeType="1"/>
          </p:cNvSpPr>
          <p:nvPr/>
        </p:nvSpPr>
        <p:spPr bwMode="auto">
          <a:xfrm>
            <a:off x="7162800" y="4038600"/>
            <a:ext cx="1588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03" name="Line 55"/>
          <p:cNvSpPr>
            <a:spLocks noChangeShapeType="1"/>
          </p:cNvSpPr>
          <p:nvPr/>
        </p:nvSpPr>
        <p:spPr bwMode="auto">
          <a:xfrm>
            <a:off x="7543800" y="4038600"/>
            <a:ext cx="1588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04" name="Line 56"/>
          <p:cNvSpPr>
            <a:spLocks noChangeShapeType="1"/>
          </p:cNvSpPr>
          <p:nvPr/>
        </p:nvSpPr>
        <p:spPr bwMode="auto">
          <a:xfrm>
            <a:off x="7696200" y="4038600"/>
            <a:ext cx="1588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05" name="Line 57"/>
          <p:cNvSpPr>
            <a:spLocks noChangeShapeType="1"/>
          </p:cNvSpPr>
          <p:nvPr/>
        </p:nvSpPr>
        <p:spPr bwMode="auto">
          <a:xfrm>
            <a:off x="8077200" y="4038600"/>
            <a:ext cx="1588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06" name="Line 58"/>
          <p:cNvSpPr>
            <a:spLocks noChangeShapeType="1"/>
          </p:cNvSpPr>
          <p:nvPr/>
        </p:nvSpPr>
        <p:spPr bwMode="auto">
          <a:xfrm>
            <a:off x="8229600" y="4038600"/>
            <a:ext cx="1588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07" name="Rectangle 59"/>
          <p:cNvSpPr>
            <a:spLocks noChangeArrowheads="1"/>
          </p:cNvSpPr>
          <p:nvPr/>
        </p:nvSpPr>
        <p:spPr bwMode="auto">
          <a:xfrm>
            <a:off x="7391400" y="14478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270     300         </a:t>
            </a:r>
          </a:p>
        </p:txBody>
      </p:sp>
      <p:sp>
        <p:nvSpPr>
          <p:cNvPr id="181308" name="Line 60"/>
          <p:cNvSpPr>
            <a:spLocks noChangeShapeType="1"/>
          </p:cNvSpPr>
          <p:nvPr/>
        </p:nvSpPr>
        <p:spPr bwMode="auto">
          <a:xfrm>
            <a:off x="7543800" y="1447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09" name="Line 61"/>
          <p:cNvSpPr>
            <a:spLocks noChangeShapeType="1"/>
          </p:cNvSpPr>
          <p:nvPr/>
        </p:nvSpPr>
        <p:spPr bwMode="auto">
          <a:xfrm>
            <a:off x="7924800" y="1447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10" name="Line 62"/>
          <p:cNvSpPr>
            <a:spLocks noChangeShapeType="1"/>
          </p:cNvSpPr>
          <p:nvPr/>
        </p:nvSpPr>
        <p:spPr bwMode="auto">
          <a:xfrm>
            <a:off x="8077200" y="1447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11" name="Line 63"/>
          <p:cNvSpPr>
            <a:spLocks noChangeShapeType="1"/>
          </p:cNvSpPr>
          <p:nvPr/>
        </p:nvSpPr>
        <p:spPr bwMode="auto">
          <a:xfrm>
            <a:off x="8458200" y="1447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12" name="Line 64"/>
          <p:cNvSpPr>
            <a:spLocks noChangeShapeType="1"/>
          </p:cNvSpPr>
          <p:nvPr/>
        </p:nvSpPr>
        <p:spPr bwMode="auto">
          <a:xfrm>
            <a:off x="8610600" y="1447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14" name="Rectangle 66"/>
          <p:cNvSpPr>
            <a:spLocks noChangeArrowheads="1"/>
          </p:cNvSpPr>
          <p:nvPr/>
        </p:nvSpPr>
        <p:spPr bwMode="auto">
          <a:xfrm>
            <a:off x="3048000" y="54102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100     115         </a:t>
            </a:r>
          </a:p>
        </p:txBody>
      </p:sp>
      <p:sp>
        <p:nvSpPr>
          <p:cNvPr id="181315" name="Line 67"/>
          <p:cNvSpPr>
            <a:spLocks noChangeShapeType="1"/>
          </p:cNvSpPr>
          <p:nvPr/>
        </p:nvSpPr>
        <p:spPr bwMode="auto">
          <a:xfrm>
            <a:off x="3200400" y="54102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16" name="Line 68"/>
          <p:cNvSpPr>
            <a:spLocks noChangeShapeType="1"/>
          </p:cNvSpPr>
          <p:nvPr/>
        </p:nvSpPr>
        <p:spPr bwMode="auto">
          <a:xfrm>
            <a:off x="3581400" y="54102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17" name="Line 69"/>
          <p:cNvSpPr>
            <a:spLocks noChangeShapeType="1"/>
          </p:cNvSpPr>
          <p:nvPr/>
        </p:nvSpPr>
        <p:spPr bwMode="auto">
          <a:xfrm>
            <a:off x="3733800" y="54102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18" name="Line 70"/>
          <p:cNvSpPr>
            <a:spLocks noChangeShapeType="1"/>
          </p:cNvSpPr>
          <p:nvPr/>
        </p:nvSpPr>
        <p:spPr bwMode="auto">
          <a:xfrm>
            <a:off x="4114800" y="54102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19" name="Line 71"/>
          <p:cNvSpPr>
            <a:spLocks noChangeShapeType="1"/>
          </p:cNvSpPr>
          <p:nvPr/>
        </p:nvSpPr>
        <p:spPr bwMode="auto">
          <a:xfrm>
            <a:off x="4267200" y="54102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20" name="Rectangle 72"/>
          <p:cNvSpPr>
            <a:spLocks noChangeArrowheads="1"/>
          </p:cNvSpPr>
          <p:nvPr/>
        </p:nvSpPr>
        <p:spPr bwMode="auto">
          <a:xfrm>
            <a:off x="4495800" y="58674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120     145         </a:t>
            </a:r>
          </a:p>
        </p:txBody>
      </p:sp>
      <p:sp>
        <p:nvSpPr>
          <p:cNvPr id="181321" name="Line 73"/>
          <p:cNvSpPr>
            <a:spLocks noChangeShapeType="1"/>
          </p:cNvSpPr>
          <p:nvPr/>
        </p:nvSpPr>
        <p:spPr bwMode="auto">
          <a:xfrm>
            <a:off x="4648200" y="5867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22" name="Line 74"/>
          <p:cNvSpPr>
            <a:spLocks noChangeShapeType="1"/>
          </p:cNvSpPr>
          <p:nvPr/>
        </p:nvSpPr>
        <p:spPr bwMode="auto">
          <a:xfrm>
            <a:off x="5029200" y="5867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23" name="Line 75"/>
          <p:cNvSpPr>
            <a:spLocks noChangeShapeType="1"/>
          </p:cNvSpPr>
          <p:nvPr/>
        </p:nvSpPr>
        <p:spPr bwMode="auto">
          <a:xfrm>
            <a:off x="5181600" y="5867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24" name="Line 76"/>
          <p:cNvSpPr>
            <a:spLocks noChangeShapeType="1"/>
          </p:cNvSpPr>
          <p:nvPr/>
        </p:nvSpPr>
        <p:spPr bwMode="auto">
          <a:xfrm>
            <a:off x="5562600" y="5867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25" name="Line 77"/>
          <p:cNvSpPr>
            <a:spLocks noChangeShapeType="1"/>
          </p:cNvSpPr>
          <p:nvPr/>
        </p:nvSpPr>
        <p:spPr bwMode="auto">
          <a:xfrm>
            <a:off x="5715000" y="5867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26" name="Rectangle 78"/>
          <p:cNvSpPr>
            <a:spLocks noChangeArrowheads="1"/>
          </p:cNvSpPr>
          <p:nvPr/>
        </p:nvSpPr>
        <p:spPr bwMode="auto">
          <a:xfrm>
            <a:off x="5943600" y="54102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150     165         </a:t>
            </a:r>
          </a:p>
        </p:txBody>
      </p:sp>
      <p:sp>
        <p:nvSpPr>
          <p:cNvPr id="181327" name="Line 79"/>
          <p:cNvSpPr>
            <a:spLocks noChangeShapeType="1"/>
          </p:cNvSpPr>
          <p:nvPr/>
        </p:nvSpPr>
        <p:spPr bwMode="auto">
          <a:xfrm>
            <a:off x="6096000" y="54102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28" name="Line 80"/>
          <p:cNvSpPr>
            <a:spLocks noChangeShapeType="1"/>
          </p:cNvSpPr>
          <p:nvPr/>
        </p:nvSpPr>
        <p:spPr bwMode="auto">
          <a:xfrm>
            <a:off x="6477000" y="54102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29" name="Line 81"/>
          <p:cNvSpPr>
            <a:spLocks noChangeShapeType="1"/>
          </p:cNvSpPr>
          <p:nvPr/>
        </p:nvSpPr>
        <p:spPr bwMode="auto">
          <a:xfrm>
            <a:off x="6629400" y="54102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32" name="Line 84"/>
          <p:cNvSpPr>
            <a:spLocks noChangeShapeType="1"/>
          </p:cNvSpPr>
          <p:nvPr/>
        </p:nvSpPr>
        <p:spPr bwMode="auto">
          <a:xfrm flipH="1">
            <a:off x="2438400" y="1981200"/>
            <a:ext cx="213360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33" name="Line 85"/>
          <p:cNvSpPr>
            <a:spLocks noChangeShapeType="1"/>
          </p:cNvSpPr>
          <p:nvPr/>
        </p:nvSpPr>
        <p:spPr bwMode="auto">
          <a:xfrm flipH="1">
            <a:off x="5029200" y="1981200"/>
            <a:ext cx="0" cy="2438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34" name="Line 86"/>
          <p:cNvSpPr>
            <a:spLocks noChangeShapeType="1"/>
          </p:cNvSpPr>
          <p:nvPr/>
        </p:nvSpPr>
        <p:spPr bwMode="auto">
          <a:xfrm>
            <a:off x="5562600" y="1981200"/>
            <a:ext cx="167640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35" name="Line 87"/>
          <p:cNvSpPr>
            <a:spLocks noChangeShapeType="1"/>
          </p:cNvSpPr>
          <p:nvPr/>
        </p:nvSpPr>
        <p:spPr bwMode="auto">
          <a:xfrm flipH="1">
            <a:off x="6400800" y="2667000"/>
            <a:ext cx="533400" cy="990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36" name="Line 88"/>
          <p:cNvSpPr>
            <a:spLocks noChangeShapeType="1"/>
          </p:cNvSpPr>
          <p:nvPr/>
        </p:nvSpPr>
        <p:spPr bwMode="auto">
          <a:xfrm>
            <a:off x="7467600" y="2667000"/>
            <a:ext cx="304800" cy="1371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37" name="Line 89"/>
          <p:cNvSpPr>
            <a:spLocks noChangeShapeType="1"/>
          </p:cNvSpPr>
          <p:nvPr/>
        </p:nvSpPr>
        <p:spPr bwMode="auto">
          <a:xfrm flipV="1">
            <a:off x="8001000" y="1676400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38" name="Line 90"/>
          <p:cNvSpPr>
            <a:spLocks noChangeShapeType="1"/>
          </p:cNvSpPr>
          <p:nvPr/>
        </p:nvSpPr>
        <p:spPr bwMode="auto">
          <a:xfrm flipH="1">
            <a:off x="762000" y="2438400"/>
            <a:ext cx="8382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39" name="Line 91"/>
          <p:cNvSpPr>
            <a:spLocks noChangeShapeType="1"/>
          </p:cNvSpPr>
          <p:nvPr/>
        </p:nvSpPr>
        <p:spPr bwMode="auto">
          <a:xfrm>
            <a:off x="2133600" y="2438400"/>
            <a:ext cx="76200" cy="1676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0" name="Line 92"/>
          <p:cNvSpPr>
            <a:spLocks noChangeShapeType="1"/>
          </p:cNvSpPr>
          <p:nvPr/>
        </p:nvSpPr>
        <p:spPr bwMode="auto">
          <a:xfrm>
            <a:off x="2667000" y="2438400"/>
            <a:ext cx="990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1" name="Line 93"/>
          <p:cNvSpPr>
            <a:spLocks noChangeShapeType="1"/>
          </p:cNvSpPr>
          <p:nvPr/>
        </p:nvSpPr>
        <p:spPr bwMode="auto">
          <a:xfrm>
            <a:off x="15240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2" name="Line 94"/>
          <p:cNvSpPr>
            <a:spLocks noChangeShapeType="1"/>
          </p:cNvSpPr>
          <p:nvPr/>
        </p:nvSpPr>
        <p:spPr bwMode="auto">
          <a:xfrm>
            <a:off x="2971800" y="4114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3" name="Line 95"/>
          <p:cNvSpPr>
            <a:spLocks noChangeShapeType="1"/>
          </p:cNvSpPr>
          <p:nvPr/>
        </p:nvSpPr>
        <p:spPr bwMode="auto">
          <a:xfrm>
            <a:off x="44196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4" name="Line 96"/>
          <p:cNvSpPr>
            <a:spLocks noChangeShapeType="1"/>
          </p:cNvSpPr>
          <p:nvPr/>
        </p:nvSpPr>
        <p:spPr bwMode="auto">
          <a:xfrm>
            <a:off x="4572000" y="54102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5" name="Line 97"/>
          <p:cNvSpPr>
            <a:spLocks noChangeShapeType="1"/>
          </p:cNvSpPr>
          <p:nvPr/>
        </p:nvSpPr>
        <p:spPr bwMode="auto">
          <a:xfrm flipH="1">
            <a:off x="3657600" y="4648200"/>
            <a:ext cx="68580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6" name="Line 98"/>
          <p:cNvSpPr>
            <a:spLocks noChangeShapeType="1"/>
          </p:cNvSpPr>
          <p:nvPr/>
        </p:nvSpPr>
        <p:spPr bwMode="auto">
          <a:xfrm>
            <a:off x="4876800" y="4648200"/>
            <a:ext cx="3810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7" name="Line 99"/>
          <p:cNvSpPr>
            <a:spLocks noChangeShapeType="1"/>
          </p:cNvSpPr>
          <p:nvPr/>
        </p:nvSpPr>
        <p:spPr bwMode="auto">
          <a:xfrm>
            <a:off x="5410200" y="4648200"/>
            <a:ext cx="106680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8" name="Line 100"/>
          <p:cNvSpPr>
            <a:spLocks noChangeShapeType="1"/>
          </p:cNvSpPr>
          <p:nvPr/>
        </p:nvSpPr>
        <p:spPr bwMode="auto">
          <a:xfrm>
            <a:off x="6019800" y="5867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49" name="Line 101"/>
          <p:cNvSpPr>
            <a:spLocks noChangeShapeType="1"/>
          </p:cNvSpPr>
          <p:nvPr/>
        </p:nvSpPr>
        <p:spPr bwMode="auto">
          <a:xfrm>
            <a:off x="70866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50" name="Line 102"/>
          <p:cNvSpPr>
            <a:spLocks noChangeShapeType="1"/>
          </p:cNvSpPr>
          <p:nvPr/>
        </p:nvSpPr>
        <p:spPr bwMode="auto">
          <a:xfrm>
            <a:off x="8534400" y="4038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52" name="Line 104"/>
          <p:cNvSpPr>
            <a:spLocks noChangeShapeType="1"/>
          </p:cNvSpPr>
          <p:nvPr/>
        </p:nvSpPr>
        <p:spPr bwMode="auto">
          <a:xfrm>
            <a:off x="8915400" y="1447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53" name="Line 105"/>
          <p:cNvSpPr>
            <a:spLocks noChangeShapeType="1"/>
          </p:cNvSpPr>
          <p:nvPr/>
        </p:nvSpPr>
        <p:spPr bwMode="auto">
          <a:xfrm>
            <a:off x="5791200" y="4419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54" name="Line 106"/>
          <p:cNvSpPr>
            <a:spLocks noChangeShapeType="1"/>
          </p:cNvSpPr>
          <p:nvPr/>
        </p:nvSpPr>
        <p:spPr bwMode="auto">
          <a:xfrm>
            <a:off x="3048000" y="2209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55" name="Line 107"/>
          <p:cNvSpPr>
            <a:spLocks noChangeShapeType="1"/>
          </p:cNvSpPr>
          <p:nvPr/>
        </p:nvSpPr>
        <p:spPr bwMode="auto">
          <a:xfrm>
            <a:off x="5943600" y="1752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57" name="Line 109"/>
          <p:cNvSpPr>
            <a:spLocks noChangeShapeType="1"/>
          </p:cNvSpPr>
          <p:nvPr/>
        </p:nvSpPr>
        <p:spPr bwMode="auto">
          <a:xfrm flipH="1">
            <a:off x="1524000" y="3810000"/>
            <a:ext cx="76200" cy="304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58" name="Line 110"/>
          <p:cNvSpPr>
            <a:spLocks noChangeShapeType="1"/>
          </p:cNvSpPr>
          <p:nvPr/>
        </p:nvSpPr>
        <p:spPr bwMode="auto">
          <a:xfrm flipH="1" flipV="1">
            <a:off x="2971800" y="3886200"/>
            <a:ext cx="76200" cy="3810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59" name="Line 111"/>
          <p:cNvSpPr>
            <a:spLocks noChangeShapeType="1"/>
          </p:cNvSpPr>
          <p:nvPr/>
        </p:nvSpPr>
        <p:spPr bwMode="auto">
          <a:xfrm flipH="1">
            <a:off x="3124200" y="3810000"/>
            <a:ext cx="1371600" cy="16002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60" name="Line 112"/>
          <p:cNvSpPr>
            <a:spLocks noChangeShapeType="1"/>
          </p:cNvSpPr>
          <p:nvPr/>
        </p:nvSpPr>
        <p:spPr bwMode="auto">
          <a:xfrm flipH="1">
            <a:off x="4572000" y="5562600"/>
            <a:ext cx="76200" cy="304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61" name="Line 113"/>
          <p:cNvSpPr>
            <a:spLocks noChangeShapeType="1"/>
          </p:cNvSpPr>
          <p:nvPr/>
        </p:nvSpPr>
        <p:spPr bwMode="auto">
          <a:xfrm flipH="1" flipV="1">
            <a:off x="6019800" y="5638800"/>
            <a:ext cx="76200" cy="2286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62" name="Line 114"/>
          <p:cNvSpPr>
            <a:spLocks noChangeShapeType="1"/>
          </p:cNvSpPr>
          <p:nvPr/>
        </p:nvSpPr>
        <p:spPr bwMode="auto">
          <a:xfrm flipH="1" flipV="1">
            <a:off x="5638800" y="3886200"/>
            <a:ext cx="1905000" cy="15240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63" name="Line 115"/>
          <p:cNvSpPr>
            <a:spLocks noChangeShapeType="1"/>
          </p:cNvSpPr>
          <p:nvPr/>
        </p:nvSpPr>
        <p:spPr bwMode="auto">
          <a:xfrm flipH="1">
            <a:off x="7086600" y="3810000"/>
            <a:ext cx="76200" cy="2286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64" name="Line 116"/>
          <p:cNvSpPr>
            <a:spLocks noChangeShapeType="1"/>
          </p:cNvSpPr>
          <p:nvPr/>
        </p:nvSpPr>
        <p:spPr bwMode="auto">
          <a:xfrm flipH="1" flipV="1">
            <a:off x="7467600" y="1676400"/>
            <a:ext cx="1143000" cy="25146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71" name="Rectangle 23"/>
          <p:cNvSpPr>
            <a:spLocks noChangeArrowheads="1"/>
          </p:cNvSpPr>
          <p:nvPr/>
        </p:nvSpPr>
        <p:spPr bwMode="auto">
          <a:xfrm>
            <a:off x="6858000" y="2438400"/>
            <a:ext cx="1600200" cy="2286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r>
              <a:rPr lang="en-US" sz="1600"/>
              <a:t>230     270         </a:t>
            </a:r>
          </a:p>
        </p:txBody>
      </p:sp>
      <p:sp>
        <p:nvSpPr>
          <p:cNvPr id="181272" name="Line 24"/>
          <p:cNvSpPr>
            <a:spLocks noChangeShapeType="1"/>
          </p:cNvSpPr>
          <p:nvPr/>
        </p:nvSpPr>
        <p:spPr bwMode="auto">
          <a:xfrm>
            <a:off x="7010400" y="2438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73" name="Line 25"/>
          <p:cNvSpPr>
            <a:spLocks noChangeShapeType="1"/>
          </p:cNvSpPr>
          <p:nvPr/>
        </p:nvSpPr>
        <p:spPr bwMode="auto">
          <a:xfrm>
            <a:off x="7391400" y="2438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74" name="Line 26"/>
          <p:cNvSpPr>
            <a:spLocks noChangeShapeType="1"/>
          </p:cNvSpPr>
          <p:nvPr/>
        </p:nvSpPr>
        <p:spPr bwMode="auto">
          <a:xfrm>
            <a:off x="7543800" y="2438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75" name="Line 27"/>
          <p:cNvSpPr>
            <a:spLocks noChangeShapeType="1"/>
          </p:cNvSpPr>
          <p:nvPr/>
        </p:nvSpPr>
        <p:spPr bwMode="auto">
          <a:xfrm>
            <a:off x="7924800" y="2438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276" name="Line 28"/>
          <p:cNvSpPr>
            <a:spLocks noChangeShapeType="1"/>
          </p:cNvSpPr>
          <p:nvPr/>
        </p:nvSpPr>
        <p:spPr bwMode="auto">
          <a:xfrm>
            <a:off x="8077200" y="2438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56" name="Line 108"/>
          <p:cNvSpPr>
            <a:spLocks noChangeShapeType="1"/>
          </p:cNvSpPr>
          <p:nvPr/>
        </p:nvSpPr>
        <p:spPr bwMode="auto">
          <a:xfrm>
            <a:off x="8382000" y="2438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65" name="Line 117"/>
          <p:cNvSpPr>
            <a:spLocks noChangeShapeType="1"/>
          </p:cNvSpPr>
          <p:nvPr/>
        </p:nvSpPr>
        <p:spPr bwMode="auto">
          <a:xfrm>
            <a:off x="63500" y="3886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66" name="Text Box 118"/>
          <p:cNvSpPr txBox="1">
            <a:spLocks noChangeArrowheads="1"/>
          </p:cNvSpPr>
          <p:nvPr/>
        </p:nvSpPr>
        <p:spPr bwMode="auto">
          <a:xfrm>
            <a:off x="-92075" y="4179888"/>
            <a:ext cx="276225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mic Sans MS" pitchFamily="66" charset="0"/>
              </a:rPr>
              <a:t>1</a:t>
            </a:r>
          </a:p>
        </p:txBody>
      </p:sp>
      <p:sp>
        <p:nvSpPr>
          <p:cNvPr id="181367" name="Line 119"/>
          <p:cNvSpPr>
            <a:spLocks noChangeShapeType="1"/>
          </p:cNvSpPr>
          <p:nvPr/>
        </p:nvSpPr>
        <p:spPr bwMode="auto">
          <a:xfrm>
            <a:off x="609600" y="3886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368" name="Text Box 120"/>
          <p:cNvSpPr txBox="1">
            <a:spLocks noChangeArrowheads="1"/>
          </p:cNvSpPr>
          <p:nvPr/>
        </p:nvSpPr>
        <p:spPr bwMode="auto">
          <a:xfrm>
            <a:off x="454025" y="4179888"/>
            <a:ext cx="307975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mic Sans MS" pitchFamily="66" charset="0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Rules for Constructing a B+ Tree 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If the root is not a leaf, it must have at least two children </a:t>
            </a:r>
          </a:p>
          <a:p>
            <a:r>
              <a:rPr lang="en-US" sz="2800"/>
              <a:t>If the tree is order n, each interior node (that is, all nodes except the root and leaf nodes), must have between </a:t>
            </a:r>
            <a:r>
              <a:rPr lang="en-US" sz="2800" i="1"/>
              <a:t>n/2</a:t>
            </a:r>
            <a:r>
              <a:rPr lang="en-US" sz="2800"/>
              <a:t> and </a:t>
            </a:r>
            <a:r>
              <a:rPr lang="en-US" sz="2800" i="1"/>
              <a:t>n</a:t>
            </a:r>
            <a:r>
              <a:rPr lang="en-US" sz="2800"/>
              <a:t> occupied pointers (and children). If </a:t>
            </a:r>
            <a:r>
              <a:rPr lang="en-US" sz="2800" i="1"/>
              <a:t>n/2</a:t>
            </a:r>
            <a:r>
              <a:rPr lang="en-US" sz="2800"/>
              <a:t> is not an integer, roundup to determine the minimizes number of pointers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Rules for Constructing a B+ Tree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013" y="1676400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The number of key values contained in a non-leaf node is 1 less than the number of pointers </a:t>
            </a:r>
          </a:p>
          <a:p>
            <a:pPr>
              <a:lnSpc>
                <a:spcPct val="90000"/>
              </a:lnSpc>
            </a:pPr>
            <a:r>
              <a:rPr lang="en-US" sz="2800"/>
              <a:t>If the tree has order </a:t>
            </a:r>
            <a:r>
              <a:rPr lang="en-US" sz="2800" i="1"/>
              <a:t>n</a:t>
            </a:r>
            <a:r>
              <a:rPr lang="en-US" sz="2800"/>
              <a:t>, the number of occupied key values in a leaf node must be between </a:t>
            </a:r>
            <a:r>
              <a:rPr lang="en-US" sz="2800" i="1"/>
              <a:t>(n-1)/2</a:t>
            </a:r>
            <a:r>
              <a:rPr lang="en-US" sz="2800"/>
              <a:t> and </a:t>
            </a:r>
            <a:r>
              <a:rPr lang="en-US" sz="2800" i="1"/>
              <a:t>n-1</a:t>
            </a:r>
            <a:r>
              <a:rPr lang="en-US" sz="2800"/>
              <a:t>. If </a:t>
            </a:r>
            <a:r>
              <a:rPr lang="en-US" sz="2800" i="1"/>
              <a:t>(n-1)/2</a:t>
            </a:r>
            <a:r>
              <a:rPr lang="en-US" sz="2800"/>
              <a:t> is not an integer, round up to determine the minimum number of occupied key values. </a:t>
            </a:r>
          </a:p>
          <a:p>
            <a:pPr>
              <a:lnSpc>
                <a:spcPct val="90000"/>
              </a:lnSpc>
            </a:pPr>
            <a:r>
              <a:rPr lang="en-US" sz="2800"/>
              <a:t>The tree must be balanced, that is, every path from the root node must have the same length.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Storage Capacity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 of records that can be stored in a B+ tree</a:t>
            </a:r>
          </a:p>
          <a:p>
            <a:pPr lvl="1"/>
            <a:r>
              <a:rPr lang="en-US" i="1"/>
              <a:t>n</a:t>
            </a:r>
            <a:r>
              <a:rPr lang="en-US" i="1" baseline="30000"/>
              <a:t>d-1</a:t>
            </a:r>
            <a:r>
              <a:rPr lang="en-US" i="1"/>
              <a:t>(n-1)</a:t>
            </a:r>
            <a:r>
              <a:rPr lang="en-US"/>
              <a:t> </a:t>
            </a:r>
          </a:p>
          <a:p>
            <a:r>
              <a:rPr lang="en-US"/>
              <a:t>Each node in a tree is a block</a:t>
            </a:r>
          </a:p>
          <a:p>
            <a:pPr lvl="1"/>
            <a:r>
              <a:rPr lang="en-US"/>
              <a:t>How many records if 20 pointers per node and 3 levels?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a B+ Tree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5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16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25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30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60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75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80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100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115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</p:txBody>
      </p:sp>
      <p:sp>
        <p:nvSpPr>
          <p:cNvPr id="192517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120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145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150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165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200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215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230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240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270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300</a:t>
            </a:r>
          </a:p>
        </p:txBody>
      </p:sp>
      <p:sp>
        <p:nvSpPr>
          <p:cNvPr id="192532" name="Text Box 20"/>
          <p:cNvSpPr txBox="1">
            <a:spLocks noChangeArrowheads="1"/>
          </p:cNvSpPr>
          <p:nvPr/>
        </p:nvSpPr>
        <p:spPr bwMode="auto">
          <a:xfrm>
            <a:off x="838200" y="6096000"/>
            <a:ext cx="72882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nodes should not be full – 67% (internal) /78% (Leaf)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Inserting 5</a:t>
            </a:r>
          </a:p>
        </p:txBody>
      </p:sp>
      <p:sp>
        <p:nvSpPr>
          <p:cNvPr id="191491" name="Text Box 3"/>
          <p:cNvSpPr txBox="1">
            <a:spLocks noChangeArrowheads="1"/>
          </p:cNvSpPr>
          <p:nvPr/>
        </p:nvSpPr>
        <p:spPr bwMode="auto">
          <a:xfrm>
            <a:off x="3962400" y="16002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100   200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492" name="AutoShape 4"/>
          <p:cNvCxnSpPr>
            <a:cxnSpLocks noChangeShapeType="1"/>
            <a:stCxn id="191491" idx="1"/>
            <a:endCxn id="191491" idx="3"/>
          </p:cNvCxnSpPr>
          <p:nvPr/>
        </p:nvCxnSpPr>
        <p:spPr bwMode="auto">
          <a:xfrm>
            <a:off x="3962400" y="19589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493" name="Line 5"/>
          <p:cNvSpPr>
            <a:spLocks noChangeShapeType="1"/>
          </p:cNvSpPr>
          <p:nvPr/>
        </p:nvSpPr>
        <p:spPr bwMode="auto">
          <a:xfrm>
            <a:off x="4724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494" name="Line 6"/>
          <p:cNvSpPr>
            <a:spLocks noChangeShapeType="1"/>
          </p:cNvSpPr>
          <p:nvPr/>
        </p:nvSpPr>
        <p:spPr bwMode="auto">
          <a:xfrm>
            <a:off x="4343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495" name="Line 7"/>
          <p:cNvSpPr>
            <a:spLocks noChangeShapeType="1"/>
          </p:cNvSpPr>
          <p:nvPr/>
        </p:nvSpPr>
        <p:spPr bwMode="auto">
          <a:xfrm>
            <a:off x="5105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496" name="Line 8"/>
          <p:cNvSpPr>
            <a:spLocks noChangeShapeType="1"/>
          </p:cNvSpPr>
          <p:nvPr/>
        </p:nvSpPr>
        <p:spPr bwMode="auto">
          <a:xfrm>
            <a:off x="4419600" y="1600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497" name="Line 9"/>
          <p:cNvSpPr>
            <a:spLocks noChangeShapeType="1"/>
          </p:cNvSpPr>
          <p:nvPr/>
        </p:nvSpPr>
        <p:spPr bwMode="auto">
          <a:xfrm>
            <a:off x="4953000" y="16002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498" name="Text Box 10"/>
          <p:cNvSpPr txBox="1">
            <a:spLocks noChangeArrowheads="1"/>
          </p:cNvSpPr>
          <p:nvPr/>
        </p:nvSpPr>
        <p:spPr bwMode="auto">
          <a:xfrm>
            <a:off x="1905000" y="2971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15      60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499" name="AutoShape 11"/>
          <p:cNvCxnSpPr>
            <a:cxnSpLocks noChangeShapeType="1"/>
            <a:stCxn id="191498" idx="1"/>
            <a:endCxn id="191498" idx="3"/>
          </p:cNvCxnSpPr>
          <p:nvPr/>
        </p:nvCxnSpPr>
        <p:spPr bwMode="auto">
          <a:xfrm>
            <a:off x="1905000" y="3330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00" name="Line 12"/>
          <p:cNvSpPr>
            <a:spLocks noChangeShapeType="1"/>
          </p:cNvSpPr>
          <p:nvPr/>
        </p:nvSpPr>
        <p:spPr bwMode="auto">
          <a:xfrm>
            <a:off x="2667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01" name="Line 13"/>
          <p:cNvSpPr>
            <a:spLocks noChangeShapeType="1"/>
          </p:cNvSpPr>
          <p:nvPr/>
        </p:nvSpPr>
        <p:spPr bwMode="auto">
          <a:xfrm>
            <a:off x="2286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02" name="Line 14"/>
          <p:cNvSpPr>
            <a:spLocks noChangeShapeType="1"/>
          </p:cNvSpPr>
          <p:nvPr/>
        </p:nvSpPr>
        <p:spPr bwMode="auto">
          <a:xfrm>
            <a:off x="3048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03" name="Line 15"/>
          <p:cNvSpPr>
            <a:spLocks noChangeShapeType="1"/>
          </p:cNvSpPr>
          <p:nvPr/>
        </p:nvSpPr>
        <p:spPr bwMode="auto">
          <a:xfrm>
            <a:off x="2362200" y="2971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04" name="Line 16"/>
          <p:cNvSpPr>
            <a:spLocks noChangeShapeType="1"/>
          </p:cNvSpPr>
          <p:nvPr/>
        </p:nvSpPr>
        <p:spPr bwMode="auto">
          <a:xfrm>
            <a:off x="2895600" y="2971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05" name="Text Box 17"/>
          <p:cNvSpPr txBox="1">
            <a:spLocks noChangeArrowheads="1"/>
          </p:cNvSpPr>
          <p:nvPr/>
        </p:nvSpPr>
        <p:spPr bwMode="auto">
          <a:xfrm>
            <a:off x="3962400" y="28956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120   150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06" name="AutoShape 18"/>
          <p:cNvCxnSpPr>
            <a:cxnSpLocks noChangeShapeType="1"/>
            <a:stCxn id="191505" idx="1"/>
            <a:endCxn id="191505" idx="3"/>
          </p:cNvCxnSpPr>
          <p:nvPr/>
        </p:nvCxnSpPr>
        <p:spPr bwMode="auto">
          <a:xfrm>
            <a:off x="3962400" y="32543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07" name="Line 19"/>
          <p:cNvSpPr>
            <a:spLocks noChangeShapeType="1"/>
          </p:cNvSpPr>
          <p:nvPr/>
        </p:nvSpPr>
        <p:spPr bwMode="auto">
          <a:xfrm>
            <a:off x="4724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08" name="Line 20"/>
          <p:cNvSpPr>
            <a:spLocks noChangeShapeType="1"/>
          </p:cNvSpPr>
          <p:nvPr/>
        </p:nvSpPr>
        <p:spPr bwMode="auto">
          <a:xfrm>
            <a:off x="4343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09" name="Line 21"/>
          <p:cNvSpPr>
            <a:spLocks noChangeShapeType="1"/>
          </p:cNvSpPr>
          <p:nvPr/>
        </p:nvSpPr>
        <p:spPr bwMode="auto">
          <a:xfrm>
            <a:off x="5105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10" name="Line 22"/>
          <p:cNvSpPr>
            <a:spLocks noChangeShapeType="1"/>
          </p:cNvSpPr>
          <p:nvPr/>
        </p:nvSpPr>
        <p:spPr bwMode="auto">
          <a:xfrm>
            <a:off x="4419600" y="2895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11" name="Line 23"/>
          <p:cNvSpPr>
            <a:spLocks noChangeShapeType="1"/>
          </p:cNvSpPr>
          <p:nvPr/>
        </p:nvSpPr>
        <p:spPr bwMode="auto">
          <a:xfrm>
            <a:off x="4953000" y="28956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12" name="Text Box 24"/>
          <p:cNvSpPr txBox="1">
            <a:spLocks noChangeArrowheads="1"/>
          </p:cNvSpPr>
          <p:nvPr/>
        </p:nvSpPr>
        <p:spPr bwMode="auto">
          <a:xfrm>
            <a:off x="6781800" y="2819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230   270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13" name="AutoShape 25"/>
          <p:cNvCxnSpPr>
            <a:cxnSpLocks noChangeShapeType="1"/>
            <a:stCxn id="191512" idx="1"/>
            <a:endCxn id="191512" idx="3"/>
          </p:cNvCxnSpPr>
          <p:nvPr/>
        </p:nvCxnSpPr>
        <p:spPr bwMode="auto">
          <a:xfrm>
            <a:off x="6781800" y="3178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14" name="Line 26"/>
          <p:cNvSpPr>
            <a:spLocks noChangeShapeType="1"/>
          </p:cNvSpPr>
          <p:nvPr/>
        </p:nvSpPr>
        <p:spPr bwMode="auto">
          <a:xfrm>
            <a:off x="7543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15" name="Line 27"/>
          <p:cNvSpPr>
            <a:spLocks noChangeShapeType="1"/>
          </p:cNvSpPr>
          <p:nvPr/>
        </p:nvSpPr>
        <p:spPr bwMode="auto">
          <a:xfrm>
            <a:off x="7162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16" name="Line 28"/>
          <p:cNvSpPr>
            <a:spLocks noChangeShapeType="1"/>
          </p:cNvSpPr>
          <p:nvPr/>
        </p:nvSpPr>
        <p:spPr bwMode="auto">
          <a:xfrm>
            <a:off x="7924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17" name="Line 29"/>
          <p:cNvSpPr>
            <a:spLocks noChangeShapeType="1"/>
          </p:cNvSpPr>
          <p:nvPr/>
        </p:nvSpPr>
        <p:spPr bwMode="auto">
          <a:xfrm>
            <a:off x="7239000" y="2819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18" name="Line 30"/>
          <p:cNvSpPr>
            <a:spLocks noChangeShapeType="1"/>
          </p:cNvSpPr>
          <p:nvPr/>
        </p:nvSpPr>
        <p:spPr bwMode="auto">
          <a:xfrm>
            <a:off x="7772400" y="2819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19" name="Text Box 31"/>
          <p:cNvSpPr txBox="1">
            <a:spLocks noChangeArrowheads="1"/>
          </p:cNvSpPr>
          <p:nvPr/>
        </p:nvSpPr>
        <p:spPr bwMode="auto">
          <a:xfrm>
            <a:off x="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1          8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20" name="AutoShape 32"/>
          <p:cNvCxnSpPr>
            <a:cxnSpLocks noChangeShapeType="1"/>
            <a:stCxn id="191519" idx="1"/>
            <a:endCxn id="191519" idx="3"/>
          </p:cNvCxnSpPr>
          <p:nvPr/>
        </p:nvCxnSpPr>
        <p:spPr bwMode="auto">
          <a:xfrm>
            <a:off x="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21" name="Line 33"/>
          <p:cNvSpPr>
            <a:spLocks noChangeShapeType="1"/>
          </p:cNvSpPr>
          <p:nvPr/>
        </p:nvSpPr>
        <p:spPr bwMode="auto">
          <a:xfrm>
            <a:off x="76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22" name="Line 34"/>
          <p:cNvSpPr>
            <a:spLocks noChangeShapeType="1"/>
          </p:cNvSpPr>
          <p:nvPr/>
        </p:nvSpPr>
        <p:spPr bwMode="auto">
          <a:xfrm>
            <a:off x="38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23" name="Line 35"/>
          <p:cNvSpPr>
            <a:spLocks noChangeShapeType="1"/>
          </p:cNvSpPr>
          <p:nvPr/>
        </p:nvSpPr>
        <p:spPr bwMode="auto">
          <a:xfrm>
            <a:off x="114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24" name="Line 36"/>
          <p:cNvSpPr>
            <a:spLocks noChangeShapeType="1"/>
          </p:cNvSpPr>
          <p:nvPr/>
        </p:nvSpPr>
        <p:spPr bwMode="auto">
          <a:xfrm>
            <a:off x="45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25" name="Line 37"/>
          <p:cNvSpPr>
            <a:spLocks noChangeShapeType="1"/>
          </p:cNvSpPr>
          <p:nvPr/>
        </p:nvSpPr>
        <p:spPr bwMode="auto">
          <a:xfrm>
            <a:off x="99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26" name="Text Box 38"/>
          <p:cNvSpPr txBox="1">
            <a:spLocks noChangeArrowheads="1"/>
          </p:cNvSpPr>
          <p:nvPr/>
        </p:nvSpPr>
        <p:spPr bwMode="auto">
          <a:xfrm>
            <a:off x="1905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60    75        80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27" name="AutoShape 39"/>
          <p:cNvCxnSpPr>
            <a:cxnSpLocks noChangeShapeType="1"/>
            <a:stCxn id="191526" idx="1"/>
            <a:endCxn id="191526" idx="3"/>
          </p:cNvCxnSpPr>
          <p:nvPr/>
        </p:nvCxnSpPr>
        <p:spPr bwMode="auto">
          <a:xfrm>
            <a:off x="1905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28" name="Line 40"/>
          <p:cNvSpPr>
            <a:spLocks noChangeShapeType="1"/>
          </p:cNvSpPr>
          <p:nvPr/>
        </p:nvSpPr>
        <p:spPr bwMode="auto">
          <a:xfrm>
            <a:off x="2667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29" name="Line 41"/>
          <p:cNvSpPr>
            <a:spLocks noChangeShapeType="1"/>
          </p:cNvSpPr>
          <p:nvPr/>
        </p:nvSpPr>
        <p:spPr bwMode="auto">
          <a:xfrm>
            <a:off x="2286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30" name="Line 42"/>
          <p:cNvSpPr>
            <a:spLocks noChangeShapeType="1"/>
          </p:cNvSpPr>
          <p:nvPr/>
        </p:nvSpPr>
        <p:spPr bwMode="auto">
          <a:xfrm>
            <a:off x="3048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31" name="Line 43"/>
          <p:cNvSpPr>
            <a:spLocks noChangeShapeType="1"/>
          </p:cNvSpPr>
          <p:nvPr/>
        </p:nvSpPr>
        <p:spPr bwMode="auto">
          <a:xfrm>
            <a:off x="2362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32" name="Line 44"/>
          <p:cNvSpPr>
            <a:spLocks noChangeShapeType="1"/>
          </p:cNvSpPr>
          <p:nvPr/>
        </p:nvSpPr>
        <p:spPr bwMode="auto">
          <a:xfrm>
            <a:off x="2895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33" name="Text Box 45"/>
          <p:cNvSpPr txBox="1">
            <a:spLocks noChangeArrowheads="1"/>
          </p:cNvSpPr>
          <p:nvPr/>
        </p:nvSpPr>
        <p:spPr bwMode="auto">
          <a:xfrm>
            <a:off x="3810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120   145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34" name="AutoShape 46"/>
          <p:cNvCxnSpPr>
            <a:cxnSpLocks noChangeShapeType="1"/>
            <a:stCxn id="191533" idx="1"/>
            <a:endCxn id="191533" idx="3"/>
          </p:cNvCxnSpPr>
          <p:nvPr/>
        </p:nvCxnSpPr>
        <p:spPr bwMode="auto">
          <a:xfrm>
            <a:off x="3810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35" name="Line 47"/>
          <p:cNvSpPr>
            <a:spLocks noChangeShapeType="1"/>
          </p:cNvSpPr>
          <p:nvPr/>
        </p:nvSpPr>
        <p:spPr bwMode="auto">
          <a:xfrm>
            <a:off x="457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36" name="Line 48"/>
          <p:cNvSpPr>
            <a:spLocks noChangeShapeType="1"/>
          </p:cNvSpPr>
          <p:nvPr/>
        </p:nvSpPr>
        <p:spPr bwMode="auto">
          <a:xfrm>
            <a:off x="419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37" name="Line 49"/>
          <p:cNvSpPr>
            <a:spLocks noChangeShapeType="1"/>
          </p:cNvSpPr>
          <p:nvPr/>
        </p:nvSpPr>
        <p:spPr bwMode="auto">
          <a:xfrm>
            <a:off x="495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38" name="Line 50"/>
          <p:cNvSpPr>
            <a:spLocks noChangeShapeType="1"/>
          </p:cNvSpPr>
          <p:nvPr/>
        </p:nvSpPr>
        <p:spPr bwMode="auto">
          <a:xfrm>
            <a:off x="426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39" name="Line 51"/>
          <p:cNvSpPr>
            <a:spLocks noChangeShapeType="1"/>
          </p:cNvSpPr>
          <p:nvPr/>
        </p:nvSpPr>
        <p:spPr bwMode="auto">
          <a:xfrm>
            <a:off x="480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40" name="Text Box 52"/>
          <p:cNvSpPr txBox="1">
            <a:spLocks noChangeArrowheads="1"/>
          </p:cNvSpPr>
          <p:nvPr/>
        </p:nvSpPr>
        <p:spPr bwMode="auto">
          <a:xfrm>
            <a:off x="55626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200   215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41" name="AutoShape 53"/>
          <p:cNvCxnSpPr>
            <a:cxnSpLocks noChangeShapeType="1"/>
            <a:stCxn id="191540" idx="1"/>
            <a:endCxn id="191540" idx="3"/>
          </p:cNvCxnSpPr>
          <p:nvPr/>
        </p:nvCxnSpPr>
        <p:spPr bwMode="auto">
          <a:xfrm>
            <a:off x="55626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42" name="Line 54"/>
          <p:cNvSpPr>
            <a:spLocks noChangeShapeType="1"/>
          </p:cNvSpPr>
          <p:nvPr/>
        </p:nvSpPr>
        <p:spPr bwMode="auto">
          <a:xfrm>
            <a:off x="6324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43" name="Line 55"/>
          <p:cNvSpPr>
            <a:spLocks noChangeShapeType="1"/>
          </p:cNvSpPr>
          <p:nvPr/>
        </p:nvSpPr>
        <p:spPr bwMode="auto">
          <a:xfrm>
            <a:off x="5943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44" name="Line 56"/>
          <p:cNvSpPr>
            <a:spLocks noChangeShapeType="1"/>
          </p:cNvSpPr>
          <p:nvPr/>
        </p:nvSpPr>
        <p:spPr bwMode="auto">
          <a:xfrm>
            <a:off x="6705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45" name="Line 57"/>
          <p:cNvSpPr>
            <a:spLocks noChangeShapeType="1"/>
          </p:cNvSpPr>
          <p:nvPr/>
        </p:nvSpPr>
        <p:spPr bwMode="auto">
          <a:xfrm>
            <a:off x="60198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46" name="Line 58"/>
          <p:cNvSpPr>
            <a:spLocks noChangeShapeType="1"/>
          </p:cNvSpPr>
          <p:nvPr/>
        </p:nvSpPr>
        <p:spPr bwMode="auto">
          <a:xfrm>
            <a:off x="65532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47" name="Text Box 59"/>
          <p:cNvSpPr txBox="1">
            <a:spLocks noChangeArrowheads="1"/>
          </p:cNvSpPr>
          <p:nvPr/>
        </p:nvSpPr>
        <p:spPr bwMode="auto">
          <a:xfrm>
            <a:off x="73914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270   300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48" name="AutoShape 60"/>
          <p:cNvCxnSpPr>
            <a:cxnSpLocks noChangeShapeType="1"/>
            <a:stCxn id="191547" idx="1"/>
            <a:endCxn id="191547" idx="3"/>
          </p:cNvCxnSpPr>
          <p:nvPr/>
        </p:nvCxnSpPr>
        <p:spPr bwMode="auto">
          <a:xfrm>
            <a:off x="73914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49" name="Line 61"/>
          <p:cNvSpPr>
            <a:spLocks noChangeShapeType="1"/>
          </p:cNvSpPr>
          <p:nvPr/>
        </p:nvSpPr>
        <p:spPr bwMode="auto">
          <a:xfrm>
            <a:off x="8153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50" name="Line 62"/>
          <p:cNvSpPr>
            <a:spLocks noChangeShapeType="1"/>
          </p:cNvSpPr>
          <p:nvPr/>
        </p:nvSpPr>
        <p:spPr bwMode="auto">
          <a:xfrm>
            <a:off x="7772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51" name="Line 63"/>
          <p:cNvSpPr>
            <a:spLocks noChangeShapeType="1"/>
          </p:cNvSpPr>
          <p:nvPr/>
        </p:nvSpPr>
        <p:spPr bwMode="auto">
          <a:xfrm>
            <a:off x="8534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52" name="Line 64"/>
          <p:cNvSpPr>
            <a:spLocks noChangeShapeType="1"/>
          </p:cNvSpPr>
          <p:nvPr/>
        </p:nvSpPr>
        <p:spPr bwMode="auto">
          <a:xfrm>
            <a:off x="78486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53" name="Line 65"/>
          <p:cNvSpPr>
            <a:spLocks noChangeShapeType="1"/>
          </p:cNvSpPr>
          <p:nvPr/>
        </p:nvSpPr>
        <p:spPr bwMode="auto">
          <a:xfrm>
            <a:off x="83820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54" name="Text Box 66"/>
          <p:cNvSpPr txBox="1">
            <a:spLocks noChangeArrowheads="1"/>
          </p:cNvSpPr>
          <p:nvPr/>
        </p:nvSpPr>
        <p:spPr bwMode="auto">
          <a:xfrm>
            <a:off x="8382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15     25        30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55" name="AutoShape 67"/>
          <p:cNvCxnSpPr>
            <a:cxnSpLocks noChangeShapeType="1"/>
            <a:stCxn id="191554" idx="1"/>
            <a:endCxn id="191554" idx="3"/>
          </p:cNvCxnSpPr>
          <p:nvPr/>
        </p:nvCxnSpPr>
        <p:spPr bwMode="auto">
          <a:xfrm>
            <a:off x="8382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56" name="Line 68"/>
          <p:cNvSpPr>
            <a:spLocks noChangeShapeType="1"/>
          </p:cNvSpPr>
          <p:nvPr/>
        </p:nvSpPr>
        <p:spPr bwMode="auto">
          <a:xfrm>
            <a:off x="1600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57" name="Line 69"/>
          <p:cNvSpPr>
            <a:spLocks noChangeShapeType="1"/>
          </p:cNvSpPr>
          <p:nvPr/>
        </p:nvSpPr>
        <p:spPr bwMode="auto">
          <a:xfrm>
            <a:off x="1219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58" name="Line 70"/>
          <p:cNvSpPr>
            <a:spLocks noChangeShapeType="1"/>
          </p:cNvSpPr>
          <p:nvPr/>
        </p:nvSpPr>
        <p:spPr bwMode="auto">
          <a:xfrm>
            <a:off x="1981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59" name="Line 71"/>
          <p:cNvSpPr>
            <a:spLocks noChangeShapeType="1"/>
          </p:cNvSpPr>
          <p:nvPr/>
        </p:nvSpPr>
        <p:spPr bwMode="auto">
          <a:xfrm>
            <a:off x="12954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60" name="Line 72"/>
          <p:cNvSpPr>
            <a:spLocks noChangeShapeType="1"/>
          </p:cNvSpPr>
          <p:nvPr/>
        </p:nvSpPr>
        <p:spPr bwMode="auto">
          <a:xfrm>
            <a:off x="18288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61" name="Text Box 73"/>
          <p:cNvSpPr txBox="1">
            <a:spLocks noChangeArrowheads="1"/>
          </p:cNvSpPr>
          <p:nvPr/>
        </p:nvSpPr>
        <p:spPr bwMode="auto">
          <a:xfrm>
            <a:off x="289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100   115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62" name="AutoShape 74"/>
          <p:cNvCxnSpPr>
            <a:cxnSpLocks noChangeShapeType="1"/>
            <a:stCxn id="191561" idx="1"/>
            <a:endCxn id="191561" idx="3"/>
          </p:cNvCxnSpPr>
          <p:nvPr/>
        </p:nvCxnSpPr>
        <p:spPr bwMode="auto">
          <a:xfrm>
            <a:off x="289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63" name="Line 75"/>
          <p:cNvSpPr>
            <a:spLocks noChangeShapeType="1"/>
          </p:cNvSpPr>
          <p:nvPr/>
        </p:nvSpPr>
        <p:spPr bwMode="auto">
          <a:xfrm>
            <a:off x="365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64" name="Line 76"/>
          <p:cNvSpPr>
            <a:spLocks noChangeShapeType="1"/>
          </p:cNvSpPr>
          <p:nvPr/>
        </p:nvSpPr>
        <p:spPr bwMode="auto">
          <a:xfrm>
            <a:off x="327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65" name="Line 77"/>
          <p:cNvSpPr>
            <a:spLocks noChangeShapeType="1"/>
          </p:cNvSpPr>
          <p:nvPr/>
        </p:nvSpPr>
        <p:spPr bwMode="auto">
          <a:xfrm>
            <a:off x="403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66" name="Line 78"/>
          <p:cNvSpPr>
            <a:spLocks noChangeShapeType="1"/>
          </p:cNvSpPr>
          <p:nvPr/>
        </p:nvSpPr>
        <p:spPr bwMode="auto">
          <a:xfrm>
            <a:off x="335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67" name="Line 79"/>
          <p:cNvSpPr>
            <a:spLocks noChangeShapeType="1"/>
          </p:cNvSpPr>
          <p:nvPr/>
        </p:nvSpPr>
        <p:spPr bwMode="auto">
          <a:xfrm>
            <a:off x="388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68" name="Text Box 80"/>
          <p:cNvSpPr txBox="1">
            <a:spLocks noChangeArrowheads="1"/>
          </p:cNvSpPr>
          <p:nvPr/>
        </p:nvSpPr>
        <p:spPr bwMode="auto">
          <a:xfrm>
            <a:off x="4800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150   165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69" name="AutoShape 81"/>
          <p:cNvCxnSpPr>
            <a:cxnSpLocks noChangeShapeType="1"/>
            <a:stCxn id="191568" idx="1"/>
            <a:endCxn id="191568" idx="3"/>
          </p:cNvCxnSpPr>
          <p:nvPr/>
        </p:nvCxnSpPr>
        <p:spPr bwMode="auto">
          <a:xfrm>
            <a:off x="4800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70" name="Line 82"/>
          <p:cNvSpPr>
            <a:spLocks noChangeShapeType="1"/>
          </p:cNvSpPr>
          <p:nvPr/>
        </p:nvSpPr>
        <p:spPr bwMode="auto">
          <a:xfrm>
            <a:off x="5562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71" name="Line 83"/>
          <p:cNvSpPr>
            <a:spLocks noChangeShapeType="1"/>
          </p:cNvSpPr>
          <p:nvPr/>
        </p:nvSpPr>
        <p:spPr bwMode="auto">
          <a:xfrm>
            <a:off x="5181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72" name="Line 84"/>
          <p:cNvSpPr>
            <a:spLocks noChangeShapeType="1"/>
          </p:cNvSpPr>
          <p:nvPr/>
        </p:nvSpPr>
        <p:spPr bwMode="auto">
          <a:xfrm>
            <a:off x="5943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73" name="Line 85"/>
          <p:cNvSpPr>
            <a:spLocks noChangeShapeType="1"/>
          </p:cNvSpPr>
          <p:nvPr/>
        </p:nvSpPr>
        <p:spPr bwMode="auto">
          <a:xfrm>
            <a:off x="5257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74" name="Line 86"/>
          <p:cNvSpPr>
            <a:spLocks noChangeShapeType="1"/>
          </p:cNvSpPr>
          <p:nvPr/>
        </p:nvSpPr>
        <p:spPr bwMode="auto">
          <a:xfrm>
            <a:off x="5791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75" name="Text Box 87"/>
          <p:cNvSpPr txBox="1">
            <a:spLocks noChangeArrowheads="1"/>
          </p:cNvSpPr>
          <p:nvPr/>
        </p:nvSpPr>
        <p:spPr bwMode="auto">
          <a:xfrm>
            <a:off x="670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230   240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1576" name="AutoShape 88"/>
          <p:cNvCxnSpPr>
            <a:cxnSpLocks noChangeShapeType="1"/>
            <a:stCxn id="191575" idx="1"/>
            <a:endCxn id="191575" idx="3"/>
          </p:cNvCxnSpPr>
          <p:nvPr/>
        </p:nvCxnSpPr>
        <p:spPr bwMode="auto">
          <a:xfrm>
            <a:off x="670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1577" name="Line 89"/>
          <p:cNvSpPr>
            <a:spLocks noChangeShapeType="1"/>
          </p:cNvSpPr>
          <p:nvPr/>
        </p:nvSpPr>
        <p:spPr bwMode="auto">
          <a:xfrm>
            <a:off x="746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78" name="Line 90"/>
          <p:cNvSpPr>
            <a:spLocks noChangeShapeType="1"/>
          </p:cNvSpPr>
          <p:nvPr/>
        </p:nvSpPr>
        <p:spPr bwMode="auto">
          <a:xfrm>
            <a:off x="708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79" name="Line 91"/>
          <p:cNvSpPr>
            <a:spLocks noChangeShapeType="1"/>
          </p:cNvSpPr>
          <p:nvPr/>
        </p:nvSpPr>
        <p:spPr bwMode="auto">
          <a:xfrm>
            <a:off x="784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80" name="Line 92"/>
          <p:cNvSpPr>
            <a:spLocks noChangeShapeType="1"/>
          </p:cNvSpPr>
          <p:nvPr/>
        </p:nvSpPr>
        <p:spPr bwMode="auto">
          <a:xfrm>
            <a:off x="716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81" name="Line 93"/>
          <p:cNvSpPr>
            <a:spLocks noChangeShapeType="1"/>
          </p:cNvSpPr>
          <p:nvPr/>
        </p:nvSpPr>
        <p:spPr bwMode="auto">
          <a:xfrm>
            <a:off x="769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80</a:t>
            </a:r>
          </a:p>
        </p:txBody>
      </p:sp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3962400" y="16002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100   200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564" name="AutoShape 4"/>
          <p:cNvCxnSpPr>
            <a:cxnSpLocks noChangeShapeType="1"/>
            <a:stCxn id="194563" idx="1"/>
            <a:endCxn id="194563" idx="3"/>
          </p:cNvCxnSpPr>
          <p:nvPr/>
        </p:nvCxnSpPr>
        <p:spPr bwMode="auto">
          <a:xfrm>
            <a:off x="3962400" y="19589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565" name="Line 5"/>
          <p:cNvSpPr>
            <a:spLocks noChangeShapeType="1"/>
          </p:cNvSpPr>
          <p:nvPr/>
        </p:nvSpPr>
        <p:spPr bwMode="auto">
          <a:xfrm>
            <a:off x="4724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66" name="Line 6"/>
          <p:cNvSpPr>
            <a:spLocks noChangeShapeType="1"/>
          </p:cNvSpPr>
          <p:nvPr/>
        </p:nvSpPr>
        <p:spPr bwMode="auto">
          <a:xfrm>
            <a:off x="4343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67" name="Line 7"/>
          <p:cNvSpPr>
            <a:spLocks noChangeShapeType="1"/>
          </p:cNvSpPr>
          <p:nvPr/>
        </p:nvSpPr>
        <p:spPr bwMode="auto">
          <a:xfrm>
            <a:off x="5105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68" name="Line 8"/>
          <p:cNvSpPr>
            <a:spLocks noChangeShapeType="1"/>
          </p:cNvSpPr>
          <p:nvPr/>
        </p:nvSpPr>
        <p:spPr bwMode="auto">
          <a:xfrm>
            <a:off x="4419600" y="1600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69" name="Line 9"/>
          <p:cNvSpPr>
            <a:spLocks noChangeShapeType="1"/>
          </p:cNvSpPr>
          <p:nvPr/>
        </p:nvSpPr>
        <p:spPr bwMode="auto">
          <a:xfrm>
            <a:off x="4953000" y="16002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70" name="Text Box 10"/>
          <p:cNvSpPr txBox="1">
            <a:spLocks noChangeArrowheads="1"/>
          </p:cNvSpPr>
          <p:nvPr/>
        </p:nvSpPr>
        <p:spPr bwMode="auto">
          <a:xfrm>
            <a:off x="1905000" y="2971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15      60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571" name="AutoShape 11"/>
          <p:cNvCxnSpPr>
            <a:cxnSpLocks noChangeShapeType="1"/>
            <a:stCxn id="194570" idx="1"/>
            <a:endCxn id="194570" idx="3"/>
          </p:cNvCxnSpPr>
          <p:nvPr/>
        </p:nvCxnSpPr>
        <p:spPr bwMode="auto">
          <a:xfrm>
            <a:off x="1905000" y="3330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572" name="Line 12"/>
          <p:cNvSpPr>
            <a:spLocks noChangeShapeType="1"/>
          </p:cNvSpPr>
          <p:nvPr/>
        </p:nvSpPr>
        <p:spPr bwMode="auto">
          <a:xfrm>
            <a:off x="2667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73" name="Line 13"/>
          <p:cNvSpPr>
            <a:spLocks noChangeShapeType="1"/>
          </p:cNvSpPr>
          <p:nvPr/>
        </p:nvSpPr>
        <p:spPr bwMode="auto">
          <a:xfrm>
            <a:off x="2286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74" name="Line 14"/>
          <p:cNvSpPr>
            <a:spLocks noChangeShapeType="1"/>
          </p:cNvSpPr>
          <p:nvPr/>
        </p:nvSpPr>
        <p:spPr bwMode="auto">
          <a:xfrm>
            <a:off x="3048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75" name="Line 15"/>
          <p:cNvSpPr>
            <a:spLocks noChangeShapeType="1"/>
          </p:cNvSpPr>
          <p:nvPr/>
        </p:nvSpPr>
        <p:spPr bwMode="auto">
          <a:xfrm>
            <a:off x="2362200" y="2971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76" name="Line 16"/>
          <p:cNvSpPr>
            <a:spLocks noChangeShapeType="1"/>
          </p:cNvSpPr>
          <p:nvPr/>
        </p:nvSpPr>
        <p:spPr bwMode="auto">
          <a:xfrm>
            <a:off x="2895600" y="2971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77" name="Text Box 17"/>
          <p:cNvSpPr txBox="1">
            <a:spLocks noChangeArrowheads="1"/>
          </p:cNvSpPr>
          <p:nvPr/>
        </p:nvSpPr>
        <p:spPr bwMode="auto">
          <a:xfrm>
            <a:off x="3962400" y="28956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120   150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578" name="AutoShape 18"/>
          <p:cNvCxnSpPr>
            <a:cxnSpLocks noChangeShapeType="1"/>
            <a:stCxn id="194577" idx="1"/>
            <a:endCxn id="194577" idx="3"/>
          </p:cNvCxnSpPr>
          <p:nvPr/>
        </p:nvCxnSpPr>
        <p:spPr bwMode="auto">
          <a:xfrm>
            <a:off x="3962400" y="32543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579" name="Line 19"/>
          <p:cNvSpPr>
            <a:spLocks noChangeShapeType="1"/>
          </p:cNvSpPr>
          <p:nvPr/>
        </p:nvSpPr>
        <p:spPr bwMode="auto">
          <a:xfrm>
            <a:off x="4724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80" name="Line 20"/>
          <p:cNvSpPr>
            <a:spLocks noChangeShapeType="1"/>
          </p:cNvSpPr>
          <p:nvPr/>
        </p:nvSpPr>
        <p:spPr bwMode="auto">
          <a:xfrm>
            <a:off x="4343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81" name="Line 21"/>
          <p:cNvSpPr>
            <a:spLocks noChangeShapeType="1"/>
          </p:cNvSpPr>
          <p:nvPr/>
        </p:nvSpPr>
        <p:spPr bwMode="auto">
          <a:xfrm>
            <a:off x="5105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82" name="Line 22"/>
          <p:cNvSpPr>
            <a:spLocks noChangeShapeType="1"/>
          </p:cNvSpPr>
          <p:nvPr/>
        </p:nvSpPr>
        <p:spPr bwMode="auto">
          <a:xfrm>
            <a:off x="4419600" y="2895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83" name="Line 23"/>
          <p:cNvSpPr>
            <a:spLocks noChangeShapeType="1"/>
          </p:cNvSpPr>
          <p:nvPr/>
        </p:nvSpPr>
        <p:spPr bwMode="auto">
          <a:xfrm>
            <a:off x="4953000" y="28956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84" name="Text Box 24"/>
          <p:cNvSpPr txBox="1">
            <a:spLocks noChangeArrowheads="1"/>
          </p:cNvSpPr>
          <p:nvPr/>
        </p:nvSpPr>
        <p:spPr bwMode="auto">
          <a:xfrm>
            <a:off x="6781800" y="2819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230   270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585" name="AutoShape 25"/>
          <p:cNvCxnSpPr>
            <a:cxnSpLocks noChangeShapeType="1"/>
            <a:stCxn id="194584" idx="1"/>
            <a:endCxn id="194584" idx="3"/>
          </p:cNvCxnSpPr>
          <p:nvPr/>
        </p:nvCxnSpPr>
        <p:spPr bwMode="auto">
          <a:xfrm>
            <a:off x="6781800" y="3178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586" name="Line 26"/>
          <p:cNvSpPr>
            <a:spLocks noChangeShapeType="1"/>
          </p:cNvSpPr>
          <p:nvPr/>
        </p:nvSpPr>
        <p:spPr bwMode="auto">
          <a:xfrm>
            <a:off x="7543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87" name="Line 27"/>
          <p:cNvSpPr>
            <a:spLocks noChangeShapeType="1"/>
          </p:cNvSpPr>
          <p:nvPr/>
        </p:nvSpPr>
        <p:spPr bwMode="auto">
          <a:xfrm>
            <a:off x="7162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88" name="Line 28"/>
          <p:cNvSpPr>
            <a:spLocks noChangeShapeType="1"/>
          </p:cNvSpPr>
          <p:nvPr/>
        </p:nvSpPr>
        <p:spPr bwMode="auto">
          <a:xfrm>
            <a:off x="7924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89" name="Line 29"/>
          <p:cNvSpPr>
            <a:spLocks noChangeShapeType="1"/>
          </p:cNvSpPr>
          <p:nvPr/>
        </p:nvSpPr>
        <p:spPr bwMode="auto">
          <a:xfrm>
            <a:off x="7239000" y="2819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90" name="Line 30"/>
          <p:cNvSpPr>
            <a:spLocks noChangeShapeType="1"/>
          </p:cNvSpPr>
          <p:nvPr/>
        </p:nvSpPr>
        <p:spPr bwMode="auto">
          <a:xfrm>
            <a:off x="7772400" y="2819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91" name="Text Box 31"/>
          <p:cNvSpPr txBox="1">
            <a:spLocks noChangeArrowheads="1"/>
          </p:cNvSpPr>
          <p:nvPr/>
        </p:nvSpPr>
        <p:spPr bwMode="auto">
          <a:xfrm>
            <a:off x="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1          5        8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592" name="AutoShape 32"/>
          <p:cNvCxnSpPr>
            <a:cxnSpLocks noChangeShapeType="1"/>
            <a:stCxn id="194591" idx="1"/>
            <a:endCxn id="194591" idx="3"/>
          </p:cNvCxnSpPr>
          <p:nvPr/>
        </p:nvCxnSpPr>
        <p:spPr bwMode="auto">
          <a:xfrm>
            <a:off x="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593" name="Line 33"/>
          <p:cNvSpPr>
            <a:spLocks noChangeShapeType="1"/>
          </p:cNvSpPr>
          <p:nvPr/>
        </p:nvSpPr>
        <p:spPr bwMode="auto">
          <a:xfrm>
            <a:off x="76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94" name="Line 34"/>
          <p:cNvSpPr>
            <a:spLocks noChangeShapeType="1"/>
          </p:cNvSpPr>
          <p:nvPr/>
        </p:nvSpPr>
        <p:spPr bwMode="auto">
          <a:xfrm>
            <a:off x="38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95" name="Line 35"/>
          <p:cNvSpPr>
            <a:spLocks noChangeShapeType="1"/>
          </p:cNvSpPr>
          <p:nvPr/>
        </p:nvSpPr>
        <p:spPr bwMode="auto">
          <a:xfrm>
            <a:off x="114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96" name="Line 36"/>
          <p:cNvSpPr>
            <a:spLocks noChangeShapeType="1"/>
          </p:cNvSpPr>
          <p:nvPr/>
        </p:nvSpPr>
        <p:spPr bwMode="auto">
          <a:xfrm>
            <a:off x="45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97" name="Line 37"/>
          <p:cNvSpPr>
            <a:spLocks noChangeShapeType="1"/>
          </p:cNvSpPr>
          <p:nvPr/>
        </p:nvSpPr>
        <p:spPr bwMode="auto">
          <a:xfrm>
            <a:off x="99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98" name="Text Box 38"/>
          <p:cNvSpPr txBox="1">
            <a:spLocks noChangeArrowheads="1"/>
          </p:cNvSpPr>
          <p:nvPr/>
        </p:nvSpPr>
        <p:spPr bwMode="auto">
          <a:xfrm>
            <a:off x="1905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60    75        80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599" name="AutoShape 39"/>
          <p:cNvCxnSpPr>
            <a:cxnSpLocks noChangeShapeType="1"/>
            <a:stCxn id="194598" idx="1"/>
            <a:endCxn id="194598" idx="3"/>
          </p:cNvCxnSpPr>
          <p:nvPr/>
        </p:nvCxnSpPr>
        <p:spPr bwMode="auto">
          <a:xfrm>
            <a:off x="1905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600" name="Line 40"/>
          <p:cNvSpPr>
            <a:spLocks noChangeShapeType="1"/>
          </p:cNvSpPr>
          <p:nvPr/>
        </p:nvSpPr>
        <p:spPr bwMode="auto">
          <a:xfrm>
            <a:off x="2667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01" name="Line 41"/>
          <p:cNvSpPr>
            <a:spLocks noChangeShapeType="1"/>
          </p:cNvSpPr>
          <p:nvPr/>
        </p:nvSpPr>
        <p:spPr bwMode="auto">
          <a:xfrm>
            <a:off x="2286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02" name="Line 42"/>
          <p:cNvSpPr>
            <a:spLocks noChangeShapeType="1"/>
          </p:cNvSpPr>
          <p:nvPr/>
        </p:nvSpPr>
        <p:spPr bwMode="auto">
          <a:xfrm>
            <a:off x="3048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03" name="Line 43"/>
          <p:cNvSpPr>
            <a:spLocks noChangeShapeType="1"/>
          </p:cNvSpPr>
          <p:nvPr/>
        </p:nvSpPr>
        <p:spPr bwMode="auto">
          <a:xfrm>
            <a:off x="2362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04" name="Line 44"/>
          <p:cNvSpPr>
            <a:spLocks noChangeShapeType="1"/>
          </p:cNvSpPr>
          <p:nvPr/>
        </p:nvSpPr>
        <p:spPr bwMode="auto">
          <a:xfrm>
            <a:off x="2895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05" name="Text Box 45"/>
          <p:cNvSpPr txBox="1">
            <a:spLocks noChangeArrowheads="1"/>
          </p:cNvSpPr>
          <p:nvPr/>
        </p:nvSpPr>
        <p:spPr bwMode="auto">
          <a:xfrm>
            <a:off x="3810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120   145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606" name="AutoShape 46"/>
          <p:cNvCxnSpPr>
            <a:cxnSpLocks noChangeShapeType="1"/>
            <a:stCxn id="194605" idx="1"/>
            <a:endCxn id="194605" idx="3"/>
          </p:cNvCxnSpPr>
          <p:nvPr/>
        </p:nvCxnSpPr>
        <p:spPr bwMode="auto">
          <a:xfrm>
            <a:off x="3810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607" name="Line 47"/>
          <p:cNvSpPr>
            <a:spLocks noChangeShapeType="1"/>
          </p:cNvSpPr>
          <p:nvPr/>
        </p:nvSpPr>
        <p:spPr bwMode="auto">
          <a:xfrm>
            <a:off x="457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08" name="Line 48"/>
          <p:cNvSpPr>
            <a:spLocks noChangeShapeType="1"/>
          </p:cNvSpPr>
          <p:nvPr/>
        </p:nvSpPr>
        <p:spPr bwMode="auto">
          <a:xfrm>
            <a:off x="419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09" name="Line 49"/>
          <p:cNvSpPr>
            <a:spLocks noChangeShapeType="1"/>
          </p:cNvSpPr>
          <p:nvPr/>
        </p:nvSpPr>
        <p:spPr bwMode="auto">
          <a:xfrm>
            <a:off x="495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10" name="Line 50"/>
          <p:cNvSpPr>
            <a:spLocks noChangeShapeType="1"/>
          </p:cNvSpPr>
          <p:nvPr/>
        </p:nvSpPr>
        <p:spPr bwMode="auto">
          <a:xfrm>
            <a:off x="426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11" name="Line 51"/>
          <p:cNvSpPr>
            <a:spLocks noChangeShapeType="1"/>
          </p:cNvSpPr>
          <p:nvPr/>
        </p:nvSpPr>
        <p:spPr bwMode="auto">
          <a:xfrm>
            <a:off x="480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12" name="Text Box 52"/>
          <p:cNvSpPr txBox="1">
            <a:spLocks noChangeArrowheads="1"/>
          </p:cNvSpPr>
          <p:nvPr/>
        </p:nvSpPr>
        <p:spPr bwMode="auto">
          <a:xfrm>
            <a:off x="55626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200   215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613" name="AutoShape 53"/>
          <p:cNvCxnSpPr>
            <a:cxnSpLocks noChangeShapeType="1"/>
            <a:stCxn id="194612" idx="1"/>
            <a:endCxn id="194612" idx="3"/>
          </p:cNvCxnSpPr>
          <p:nvPr/>
        </p:nvCxnSpPr>
        <p:spPr bwMode="auto">
          <a:xfrm>
            <a:off x="55626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614" name="Line 54"/>
          <p:cNvSpPr>
            <a:spLocks noChangeShapeType="1"/>
          </p:cNvSpPr>
          <p:nvPr/>
        </p:nvSpPr>
        <p:spPr bwMode="auto">
          <a:xfrm>
            <a:off x="6324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15" name="Line 55"/>
          <p:cNvSpPr>
            <a:spLocks noChangeShapeType="1"/>
          </p:cNvSpPr>
          <p:nvPr/>
        </p:nvSpPr>
        <p:spPr bwMode="auto">
          <a:xfrm>
            <a:off x="5943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16" name="Line 56"/>
          <p:cNvSpPr>
            <a:spLocks noChangeShapeType="1"/>
          </p:cNvSpPr>
          <p:nvPr/>
        </p:nvSpPr>
        <p:spPr bwMode="auto">
          <a:xfrm>
            <a:off x="6705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17" name="Line 57"/>
          <p:cNvSpPr>
            <a:spLocks noChangeShapeType="1"/>
          </p:cNvSpPr>
          <p:nvPr/>
        </p:nvSpPr>
        <p:spPr bwMode="auto">
          <a:xfrm>
            <a:off x="60198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18" name="Line 58"/>
          <p:cNvSpPr>
            <a:spLocks noChangeShapeType="1"/>
          </p:cNvSpPr>
          <p:nvPr/>
        </p:nvSpPr>
        <p:spPr bwMode="auto">
          <a:xfrm>
            <a:off x="65532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19" name="Text Box 59"/>
          <p:cNvSpPr txBox="1">
            <a:spLocks noChangeArrowheads="1"/>
          </p:cNvSpPr>
          <p:nvPr/>
        </p:nvSpPr>
        <p:spPr bwMode="auto">
          <a:xfrm>
            <a:off x="73914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270   300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620" name="AutoShape 60"/>
          <p:cNvCxnSpPr>
            <a:cxnSpLocks noChangeShapeType="1"/>
            <a:stCxn id="194619" idx="1"/>
            <a:endCxn id="194619" idx="3"/>
          </p:cNvCxnSpPr>
          <p:nvPr/>
        </p:nvCxnSpPr>
        <p:spPr bwMode="auto">
          <a:xfrm>
            <a:off x="73914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621" name="Line 61"/>
          <p:cNvSpPr>
            <a:spLocks noChangeShapeType="1"/>
          </p:cNvSpPr>
          <p:nvPr/>
        </p:nvSpPr>
        <p:spPr bwMode="auto">
          <a:xfrm>
            <a:off x="8153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22" name="Line 62"/>
          <p:cNvSpPr>
            <a:spLocks noChangeShapeType="1"/>
          </p:cNvSpPr>
          <p:nvPr/>
        </p:nvSpPr>
        <p:spPr bwMode="auto">
          <a:xfrm>
            <a:off x="7772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23" name="Line 63"/>
          <p:cNvSpPr>
            <a:spLocks noChangeShapeType="1"/>
          </p:cNvSpPr>
          <p:nvPr/>
        </p:nvSpPr>
        <p:spPr bwMode="auto">
          <a:xfrm>
            <a:off x="8534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24" name="Line 64"/>
          <p:cNvSpPr>
            <a:spLocks noChangeShapeType="1"/>
          </p:cNvSpPr>
          <p:nvPr/>
        </p:nvSpPr>
        <p:spPr bwMode="auto">
          <a:xfrm>
            <a:off x="78486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25" name="Line 65"/>
          <p:cNvSpPr>
            <a:spLocks noChangeShapeType="1"/>
          </p:cNvSpPr>
          <p:nvPr/>
        </p:nvSpPr>
        <p:spPr bwMode="auto">
          <a:xfrm>
            <a:off x="83820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26" name="Text Box 66"/>
          <p:cNvSpPr txBox="1">
            <a:spLocks noChangeArrowheads="1"/>
          </p:cNvSpPr>
          <p:nvPr/>
        </p:nvSpPr>
        <p:spPr bwMode="auto">
          <a:xfrm>
            <a:off x="8382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15     25        30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627" name="AutoShape 67"/>
          <p:cNvCxnSpPr>
            <a:cxnSpLocks noChangeShapeType="1"/>
            <a:stCxn id="194626" idx="1"/>
            <a:endCxn id="194626" idx="3"/>
          </p:cNvCxnSpPr>
          <p:nvPr/>
        </p:nvCxnSpPr>
        <p:spPr bwMode="auto">
          <a:xfrm>
            <a:off x="8382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628" name="Line 68"/>
          <p:cNvSpPr>
            <a:spLocks noChangeShapeType="1"/>
          </p:cNvSpPr>
          <p:nvPr/>
        </p:nvSpPr>
        <p:spPr bwMode="auto">
          <a:xfrm>
            <a:off x="1600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29" name="Line 69"/>
          <p:cNvSpPr>
            <a:spLocks noChangeShapeType="1"/>
          </p:cNvSpPr>
          <p:nvPr/>
        </p:nvSpPr>
        <p:spPr bwMode="auto">
          <a:xfrm>
            <a:off x="1219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0" name="Line 70"/>
          <p:cNvSpPr>
            <a:spLocks noChangeShapeType="1"/>
          </p:cNvSpPr>
          <p:nvPr/>
        </p:nvSpPr>
        <p:spPr bwMode="auto">
          <a:xfrm>
            <a:off x="1981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1" name="Line 71"/>
          <p:cNvSpPr>
            <a:spLocks noChangeShapeType="1"/>
          </p:cNvSpPr>
          <p:nvPr/>
        </p:nvSpPr>
        <p:spPr bwMode="auto">
          <a:xfrm>
            <a:off x="12954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2" name="Line 72"/>
          <p:cNvSpPr>
            <a:spLocks noChangeShapeType="1"/>
          </p:cNvSpPr>
          <p:nvPr/>
        </p:nvSpPr>
        <p:spPr bwMode="auto">
          <a:xfrm>
            <a:off x="18288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3" name="Text Box 73"/>
          <p:cNvSpPr txBox="1">
            <a:spLocks noChangeArrowheads="1"/>
          </p:cNvSpPr>
          <p:nvPr/>
        </p:nvSpPr>
        <p:spPr bwMode="auto">
          <a:xfrm>
            <a:off x="289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100   115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634" name="AutoShape 74"/>
          <p:cNvCxnSpPr>
            <a:cxnSpLocks noChangeShapeType="1"/>
            <a:stCxn id="194633" idx="1"/>
            <a:endCxn id="194633" idx="3"/>
          </p:cNvCxnSpPr>
          <p:nvPr/>
        </p:nvCxnSpPr>
        <p:spPr bwMode="auto">
          <a:xfrm>
            <a:off x="289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635" name="Line 75"/>
          <p:cNvSpPr>
            <a:spLocks noChangeShapeType="1"/>
          </p:cNvSpPr>
          <p:nvPr/>
        </p:nvSpPr>
        <p:spPr bwMode="auto">
          <a:xfrm>
            <a:off x="365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6" name="Line 76"/>
          <p:cNvSpPr>
            <a:spLocks noChangeShapeType="1"/>
          </p:cNvSpPr>
          <p:nvPr/>
        </p:nvSpPr>
        <p:spPr bwMode="auto">
          <a:xfrm>
            <a:off x="327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7" name="Line 77"/>
          <p:cNvSpPr>
            <a:spLocks noChangeShapeType="1"/>
          </p:cNvSpPr>
          <p:nvPr/>
        </p:nvSpPr>
        <p:spPr bwMode="auto">
          <a:xfrm>
            <a:off x="403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8" name="Line 78"/>
          <p:cNvSpPr>
            <a:spLocks noChangeShapeType="1"/>
          </p:cNvSpPr>
          <p:nvPr/>
        </p:nvSpPr>
        <p:spPr bwMode="auto">
          <a:xfrm>
            <a:off x="335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9" name="Line 79"/>
          <p:cNvSpPr>
            <a:spLocks noChangeShapeType="1"/>
          </p:cNvSpPr>
          <p:nvPr/>
        </p:nvSpPr>
        <p:spPr bwMode="auto">
          <a:xfrm>
            <a:off x="388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40" name="Text Box 80"/>
          <p:cNvSpPr txBox="1">
            <a:spLocks noChangeArrowheads="1"/>
          </p:cNvSpPr>
          <p:nvPr/>
        </p:nvSpPr>
        <p:spPr bwMode="auto">
          <a:xfrm>
            <a:off x="4800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150   165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641" name="AutoShape 81"/>
          <p:cNvCxnSpPr>
            <a:cxnSpLocks noChangeShapeType="1"/>
            <a:stCxn id="194640" idx="1"/>
            <a:endCxn id="194640" idx="3"/>
          </p:cNvCxnSpPr>
          <p:nvPr/>
        </p:nvCxnSpPr>
        <p:spPr bwMode="auto">
          <a:xfrm>
            <a:off x="4800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642" name="Line 82"/>
          <p:cNvSpPr>
            <a:spLocks noChangeShapeType="1"/>
          </p:cNvSpPr>
          <p:nvPr/>
        </p:nvSpPr>
        <p:spPr bwMode="auto">
          <a:xfrm>
            <a:off x="5562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43" name="Line 83"/>
          <p:cNvSpPr>
            <a:spLocks noChangeShapeType="1"/>
          </p:cNvSpPr>
          <p:nvPr/>
        </p:nvSpPr>
        <p:spPr bwMode="auto">
          <a:xfrm>
            <a:off x="5181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44" name="Line 84"/>
          <p:cNvSpPr>
            <a:spLocks noChangeShapeType="1"/>
          </p:cNvSpPr>
          <p:nvPr/>
        </p:nvSpPr>
        <p:spPr bwMode="auto">
          <a:xfrm>
            <a:off x="5943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45" name="Line 85"/>
          <p:cNvSpPr>
            <a:spLocks noChangeShapeType="1"/>
          </p:cNvSpPr>
          <p:nvPr/>
        </p:nvSpPr>
        <p:spPr bwMode="auto">
          <a:xfrm>
            <a:off x="5257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46" name="Line 86"/>
          <p:cNvSpPr>
            <a:spLocks noChangeShapeType="1"/>
          </p:cNvSpPr>
          <p:nvPr/>
        </p:nvSpPr>
        <p:spPr bwMode="auto">
          <a:xfrm>
            <a:off x="5791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47" name="Text Box 87"/>
          <p:cNvSpPr txBox="1">
            <a:spLocks noChangeArrowheads="1"/>
          </p:cNvSpPr>
          <p:nvPr/>
        </p:nvSpPr>
        <p:spPr bwMode="auto">
          <a:xfrm>
            <a:off x="670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230   240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4648" name="AutoShape 88"/>
          <p:cNvCxnSpPr>
            <a:cxnSpLocks noChangeShapeType="1"/>
            <a:stCxn id="194647" idx="1"/>
            <a:endCxn id="194647" idx="3"/>
          </p:cNvCxnSpPr>
          <p:nvPr/>
        </p:nvCxnSpPr>
        <p:spPr bwMode="auto">
          <a:xfrm>
            <a:off x="670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4649" name="Line 89"/>
          <p:cNvSpPr>
            <a:spLocks noChangeShapeType="1"/>
          </p:cNvSpPr>
          <p:nvPr/>
        </p:nvSpPr>
        <p:spPr bwMode="auto">
          <a:xfrm>
            <a:off x="746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50" name="Line 90"/>
          <p:cNvSpPr>
            <a:spLocks noChangeShapeType="1"/>
          </p:cNvSpPr>
          <p:nvPr/>
        </p:nvSpPr>
        <p:spPr bwMode="auto">
          <a:xfrm>
            <a:off x="708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51" name="Line 91"/>
          <p:cNvSpPr>
            <a:spLocks noChangeShapeType="1"/>
          </p:cNvSpPr>
          <p:nvPr/>
        </p:nvSpPr>
        <p:spPr bwMode="auto">
          <a:xfrm>
            <a:off x="784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52" name="Line 92"/>
          <p:cNvSpPr>
            <a:spLocks noChangeShapeType="1"/>
          </p:cNvSpPr>
          <p:nvPr/>
        </p:nvSpPr>
        <p:spPr bwMode="auto">
          <a:xfrm>
            <a:off x="716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53" name="Line 93"/>
          <p:cNvSpPr>
            <a:spLocks noChangeShapeType="1"/>
          </p:cNvSpPr>
          <p:nvPr/>
        </p:nvSpPr>
        <p:spPr bwMode="auto">
          <a:xfrm>
            <a:off x="769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Inserting 20</a:t>
            </a:r>
          </a:p>
        </p:txBody>
      </p:sp>
      <p:sp>
        <p:nvSpPr>
          <p:cNvPr id="195587" name="Text Box 3"/>
          <p:cNvSpPr txBox="1">
            <a:spLocks noChangeArrowheads="1"/>
          </p:cNvSpPr>
          <p:nvPr/>
        </p:nvSpPr>
        <p:spPr bwMode="auto">
          <a:xfrm>
            <a:off x="3962400" y="16002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100   200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588" name="AutoShape 4"/>
          <p:cNvCxnSpPr>
            <a:cxnSpLocks noChangeShapeType="1"/>
            <a:stCxn id="195587" idx="1"/>
            <a:endCxn id="195587" idx="3"/>
          </p:cNvCxnSpPr>
          <p:nvPr/>
        </p:nvCxnSpPr>
        <p:spPr bwMode="auto">
          <a:xfrm>
            <a:off x="3962400" y="19589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589" name="Line 5"/>
          <p:cNvSpPr>
            <a:spLocks noChangeShapeType="1"/>
          </p:cNvSpPr>
          <p:nvPr/>
        </p:nvSpPr>
        <p:spPr bwMode="auto">
          <a:xfrm>
            <a:off x="4724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0" name="Line 6"/>
          <p:cNvSpPr>
            <a:spLocks noChangeShapeType="1"/>
          </p:cNvSpPr>
          <p:nvPr/>
        </p:nvSpPr>
        <p:spPr bwMode="auto">
          <a:xfrm>
            <a:off x="4343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1" name="Line 7"/>
          <p:cNvSpPr>
            <a:spLocks noChangeShapeType="1"/>
          </p:cNvSpPr>
          <p:nvPr/>
        </p:nvSpPr>
        <p:spPr bwMode="auto">
          <a:xfrm>
            <a:off x="5105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2" name="Line 8"/>
          <p:cNvSpPr>
            <a:spLocks noChangeShapeType="1"/>
          </p:cNvSpPr>
          <p:nvPr/>
        </p:nvSpPr>
        <p:spPr bwMode="auto">
          <a:xfrm>
            <a:off x="4419600" y="1600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3" name="Line 9"/>
          <p:cNvSpPr>
            <a:spLocks noChangeShapeType="1"/>
          </p:cNvSpPr>
          <p:nvPr/>
        </p:nvSpPr>
        <p:spPr bwMode="auto">
          <a:xfrm>
            <a:off x="4953000" y="16002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4" name="Text Box 10"/>
          <p:cNvSpPr txBox="1">
            <a:spLocks noChangeArrowheads="1"/>
          </p:cNvSpPr>
          <p:nvPr/>
        </p:nvSpPr>
        <p:spPr bwMode="auto">
          <a:xfrm>
            <a:off x="1905000" y="2971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15      60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595" name="AutoShape 11"/>
          <p:cNvCxnSpPr>
            <a:cxnSpLocks noChangeShapeType="1"/>
            <a:stCxn id="195594" idx="1"/>
            <a:endCxn id="195594" idx="3"/>
          </p:cNvCxnSpPr>
          <p:nvPr/>
        </p:nvCxnSpPr>
        <p:spPr bwMode="auto">
          <a:xfrm>
            <a:off x="1905000" y="3330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596" name="Line 12"/>
          <p:cNvSpPr>
            <a:spLocks noChangeShapeType="1"/>
          </p:cNvSpPr>
          <p:nvPr/>
        </p:nvSpPr>
        <p:spPr bwMode="auto">
          <a:xfrm>
            <a:off x="2667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7" name="Line 13"/>
          <p:cNvSpPr>
            <a:spLocks noChangeShapeType="1"/>
          </p:cNvSpPr>
          <p:nvPr/>
        </p:nvSpPr>
        <p:spPr bwMode="auto">
          <a:xfrm>
            <a:off x="2286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8" name="Line 14"/>
          <p:cNvSpPr>
            <a:spLocks noChangeShapeType="1"/>
          </p:cNvSpPr>
          <p:nvPr/>
        </p:nvSpPr>
        <p:spPr bwMode="auto">
          <a:xfrm>
            <a:off x="3048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9" name="Line 15"/>
          <p:cNvSpPr>
            <a:spLocks noChangeShapeType="1"/>
          </p:cNvSpPr>
          <p:nvPr/>
        </p:nvSpPr>
        <p:spPr bwMode="auto">
          <a:xfrm>
            <a:off x="2362200" y="2971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00" name="Line 16"/>
          <p:cNvSpPr>
            <a:spLocks noChangeShapeType="1"/>
          </p:cNvSpPr>
          <p:nvPr/>
        </p:nvSpPr>
        <p:spPr bwMode="auto">
          <a:xfrm>
            <a:off x="2895600" y="2971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01" name="Text Box 17"/>
          <p:cNvSpPr txBox="1">
            <a:spLocks noChangeArrowheads="1"/>
          </p:cNvSpPr>
          <p:nvPr/>
        </p:nvSpPr>
        <p:spPr bwMode="auto">
          <a:xfrm>
            <a:off x="3962400" y="28956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120   150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02" name="AutoShape 18"/>
          <p:cNvCxnSpPr>
            <a:cxnSpLocks noChangeShapeType="1"/>
            <a:stCxn id="195601" idx="1"/>
            <a:endCxn id="195601" idx="3"/>
          </p:cNvCxnSpPr>
          <p:nvPr/>
        </p:nvCxnSpPr>
        <p:spPr bwMode="auto">
          <a:xfrm>
            <a:off x="3962400" y="32543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03" name="Line 19"/>
          <p:cNvSpPr>
            <a:spLocks noChangeShapeType="1"/>
          </p:cNvSpPr>
          <p:nvPr/>
        </p:nvSpPr>
        <p:spPr bwMode="auto">
          <a:xfrm>
            <a:off x="4724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04" name="Line 20"/>
          <p:cNvSpPr>
            <a:spLocks noChangeShapeType="1"/>
          </p:cNvSpPr>
          <p:nvPr/>
        </p:nvSpPr>
        <p:spPr bwMode="auto">
          <a:xfrm>
            <a:off x="4343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05" name="Line 21"/>
          <p:cNvSpPr>
            <a:spLocks noChangeShapeType="1"/>
          </p:cNvSpPr>
          <p:nvPr/>
        </p:nvSpPr>
        <p:spPr bwMode="auto">
          <a:xfrm>
            <a:off x="5105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06" name="Line 22"/>
          <p:cNvSpPr>
            <a:spLocks noChangeShapeType="1"/>
          </p:cNvSpPr>
          <p:nvPr/>
        </p:nvSpPr>
        <p:spPr bwMode="auto">
          <a:xfrm>
            <a:off x="4419600" y="2895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07" name="Line 23"/>
          <p:cNvSpPr>
            <a:spLocks noChangeShapeType="1"/>
          </p:cNvSpPr>
          <p:nvPr/>
        </p:nvSpPr>
        <p:spPr bwMode="auto">
          <a:xfrm>
            <a:off x="4953000" y="28956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08" name="Text Box 24"/>
          <p:cNvSpPr txBox="1">
            <a:spLocks noChangeArrowheads="1"/>
          </p:cNvSpPr>
          <p:nvPr/>
        </p:nvSpPr>
        <p:spPr bwMode="auto">
          <a:xfrm>
            <a:off x="6781800" y="2819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230   270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09" name="AutoShape 25"/>
          <p:cNvCxnSpPr>
            <a:cxnSpLocks noChangeShapeType="1"/>
            <a:stCxn id="195608" idx="1"/>
            <a:endCxn id="195608" idx="3"/>
          </p:cNvCxnSpPr>
          <p:nvPr/>
        </p:nvCxnSpPr>
        <p:spPr bwMode="auto">
          <a:xfrm>
            <a:off x="6781800" y="3178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10" name="Line 26"/>
          <p:cNvSpPr>
            <a:spLocks noChangeShapeType="1"/>
          </p:cNvSpPr>
          <p:nvPr/>
        </p:nvSpPr>
        <p:spPr bwMode="auto">
          <a:xfrm>
            <a:off x="7543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11" name="Line 27"/>
          <p:cNvSpPr>
            <a:spLocks noChangeShapeType="1"/>
          </p:cNvSpPr>
          <p:nvPr/>
        </p:nvSpPr>
        <p:spPr bwMode="auto">
          <a:xfrm>
            <a:off x="7162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12" name="Line 28"/>
          <p:cNvSpPr>
            <a:spLocks noChangeShapeType="1"/>
          </p:cNvSpPr>
          <p:nvPr/>
        </p:nvSpPr>
        <p:spPr bwMode="auto">
          <a:xfrm>
            <a:off x="7924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13" name="Line 29"/>
          <p:cNvSpPr>
            <a:spLocks noChangeShapeType="1"/>
          </p:cNvSpPr>
          <p:nvPr/>
        </p:nvSpPr>
        <p:spPr bwMode="auto">
          <a:xfrm>
            <a:off x="7239000" y="2819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14" name="Line 30"/>
          <p:cNvSpPr>
            <a:spLocks noChangeShapeType="1"/>
          </p:cNvSpPr>
          <p:nvPr/>
        </p:nvSpPr>
        <p:spPr bwMode="auto">
          <a:xfrm>
            <a:off x="7772400" y="2819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15" name="Text Box 31"/>
          <p:cNvSpPr txBox="1">
            <a:spLocks noChangeArrowheads="1"/>
          </p:cNvSpPr>
          <p:nvPr/>
        </p:nvSpPr>
        <p:spPr bwMode="auto">
          <a:xfrm>
            <a:off x="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1          5        8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16" name="AutoShape 32"/>
          <p:cNvCxnSpPr>
            <a:cxnSpLocks noChangeShapeType="1"/>
            <a:stCxn id="195615" idx="1"/>
            <a:endCxn id="195615" idx="3"/>
          </p:cNvCxnSpPr>
          <p:nvPr/>
        </p:nvCxnSpPr>
        <p:spPr bwMode="auto">
          <a:xfrm>
            <a:off x="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17" name="Line 33"/>
          <p:cNvSpPr>
            <a:spLocks noChangeShapeType="1"/>
          </p:cNvSpPr>
          <p:nvPr/>
        </p:nvSpPr>
        <p:spPr bwMode="auto">
          <a:xfrm>
            <a:off x="76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18" name="Line 34"/>
          <p:cNvSpPr>
            <a:spLocks noChangeShapeType="1"/>
          </p:cNvSpPr>
          <p:nvPr/>
        </p:nvSpPr>
        <p:spPr bwMode="auto">
          <a:xfrm>
            <a:off x="38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19" name="Line 35"/>
          <p:cNvSpPr>
            <a:spLocks noChangeShapeType="1"/>
          </p:cNvSpPr>
          <p:nvPr/>
        </p:nvSpPr>
        <p:spPr bwMode="auto">
          <a:xfrm>
            <a:off x="114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20" name="Line 36"/>
          <p:cNvSpPr>
            <a:spLocks noChangeShapeType="1"/>
          </p:cNvSpPr>
          <p:nvPr/>
        </p:nvSpPr>
        <p:spPr bwMode="auto">
          <a:xfrm>
            <a:off x="45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21" name="Line 37"/>
          <p:cNvSpPr>
            <a:spLocks noChangeShapeType="1"/>
          </p:cNvSpPr>
          <p:nvPr/>
        </p:nvSpPr>
        <p:spPr bwMode="auto">
          <a:xfrm>
            <a:off x="99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22" name="Text Box 38"/>
          <p:cNvSpPr txBox="1">
            <a:spLocks noChangeArrowheads="1"/>
          </p:cNvSpPr>
          <p:nvPr/>
        </p:nvSpPr>
        <p:spPr bwMode="auto">
          <a:xfrm>
            <a:off x="1905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60    75        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23" name="AutoShape 39"/>
          <p:cNvCxnSpPr>
            <a:cxnSpLocks noChangeShapeType="1"/>
            <a:stCxn id="195622" idx="1"/>
            <a:endCxn id="195622" idx="3"/>
          </p:cNvCxnSpPr>
          <p:nvPr/>
        </p:nvCxnSpPr>
        <p:spPr bwMode="auto">
          <a:xfrm>
            <a:off x="1905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24" name="Line 40"/>
          <p:cNvSpPr>
            <a:spLocks noChangeShapeType="1"/>
          </p:cNvSpPr>
          <p:nvPr/>
        </p:nvSpPr>
        <p:spPr bwMode="auto">
          <a:xfrm>
            <a:off x="2667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25" name="Line 41"/>
          <p:cNvSpPr>
            <a:spLocks noChangeShapeType="1"/>
          </p:cNvSpPr>
          <p:nvPr/>
        </p:nvSpPr>
        <p:spPr bwMode="auto">
          <a:xfrm>
            <a:off x="2286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26" name="Line 42"/>
          <p:cNvSpPr>
            <a:spLocks noChangeShapeType="1"/>
          </p:cNvSpPr>
          <p:nvPr/>
        </p:nvSpPr>
        <p:spPr bwMode="auto">
          <a:xfrm>
            <a:off x="3048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27" name="Line 43"/>
          <p:cNvSpPr>
            <a:spLocks noChangeShapeType="1"/>
          </p:cNvSpPr>
          <p:nvPr/>
        </p:nvSpPr>
        <p:spPr bwMode="auto">
          <a:xfrm>
            <a:off x="2362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28" name="Line 44"/>
          <p:cNvSpPr>
            <a:spLocks noChangeShapeType="1"/>
          </p:cNvSpPr>
          <p:nvPr/>
        </p:nvSpPr>
        <p:spPr bwMode="auto">
          <a:xfrm>
            <a:off x="2895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29" name="Text Box 45"/>
          <p:cNvSpPr txBox="1">
            <a:spLocks noChangeArrowheads="1"/>
          </p:cNvSpPr>
          <p:nvPr/>
        </p:nvSpPr>
        <p:spPr bwMode="auto">
          <a:xfrm>
            <a:off x="3810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120   145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30" name="AutoShape 46"/>
          <p:cNvCxnSpPr>
            <a:cxnSpLocks noChangeShapeType="1"/>
            <a:stCxn id="195629" idx="1"/>
            <a:endCxn id="195629" idx="3"/>
          </p:cNvCxnSpPr>
          <p:nvPr/>
        </p:nvCxnSpPr>
        <p:spPr bwMode="auto">
          <a:xfrm>
            <a:off x="3810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31" name="Line 47"/>
          <p:cNvSpPr>
            <a:spLocks noChangeShapeType="1"/>
          </p:cNvSpPr>
          <p:nvPr/>
        </p:nvSpPr>
        <p:spPr bwMode="auto">
          <a:xfrm>
            <a:off x="457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32" name="Line 48"/>
          <p:cNvSpPr>
            <a:spLocks noChangeShapeType="1"/>
          </p:cNvSpPr>
          <p:nvPr/>
        </p:nvSpPr>
        <p:spPr bwMode="auto">
          <a:xfrm>
            <a:off x="419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33" name="Line 49"/>
          <p:cNvSpPr>
            <a:spLocks noChangeShapeType="1"/>
          </p:cNvSpPr>
          <p:nvPr/>
        </p:nvSpPr>
        <p:spPr bwMode="auto">
          <a:xfrm>
            <a:off x="495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34" name="Line 50"/>
          <p:cNvSpPr>
            <a:spLocks noChangeShapeType="1"/>
          </p:cNvSpPr>
          <p:nvPr/>
        </p:nvSpPr>
        <p:spPr bwMode="auto">
          <a:xfrm>
            <a:off x="426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35" name="Line 51"/>
          <p:cNvSpPr>
            <a:spLocks noChangeShapeType="1"/>
          </p:cNvSpPr>
          <p:nvPr/>
        </p:nvSpPr>
        <p:spPr bwMode="auto">
          <a:xfrm>
            <a:off x="480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36" name="Text Box 52"/>
          <p:cNvSpPr txBox="1">
            <a:spLocks noChangeArrowheads="1"/>
          </p:cNvSpPr>
          <p:nvPr/>
        </p:nvSpPr>
        <p:spPr bwMode="auto">
          <a:xfrm>
            <a:off x="55626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200   215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37" name="AutoShape 53"/>
          <p:cNvCxnSpPr>
            <a:cxnSpLocks noChangeShapeType="1"/>
            <a:stCxn id="195636" idx="1"/>
            <a:endCxn id="195636" idx="3"/>
          </p:cNvCxnSpPr>
          <p:nvPr/>
        </p:nvCxnSpPr>
        <p:spPr bwMode="auto">
          <a:xfrm>
            <a:off x="55626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38" name="Line 54"/>
          <p:cNvSpPr>
            <a:spLocks noChangeShapeType="1"/>
          </p:cNvSpPr>
          <p:nvPr/>
        </p:nvSpPr>
        <p:spPr bwMode="auto">
          <a:xfrm>
            <a:off x="6324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39" name="Line 55"/>
          <p:cNvSpPr>
            <a:spLocks noChangeShapeType="1"/>
          </p:cNvSpPr>
          <p:nvPr/>
        </p:nvSpPr>
        <p:spPr bwMode="auto">
          <a:xfrm>
            <a:off x="5943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40" name="Line 56"/>
          <p:cNvSpPr>
            <a:spLocks noChangeShapeType="1"/>
          </p:cNvSpPr>
          <p:nvPr/>
        </p:nvSpPr>
        <p:spPr bwMode="auto">
          <a:xfrm>
            <a:off x="6705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41" name="Line 57"/>
          <p:cNvSpPr>
            <a:spLocks noChangeShapeType="1"/>
          </p:cNvSpPr>
          <p:nvPr/>
        </p:nvSpPr>
        <p:spPr bwMode="auto">
          <a:xfrm>
            <a:off x="60198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42" name="Line 58"/>
          <p:cNvSpPr>
            <a:spLocks noChangeShapeType="1"/>
          </p:cNvSpPr>
          <p:nvPr/>
        </p:nvSpPr>
        <p:spPr bwMode="auto">
          <a:xfrm>
            <a:off x="65532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43" name="Text Box 59"/>
          <p:cNvSpPr txBox="1">
            <a:spLocks noChangeArrowheads="1"/>
          </p:cNvSpPr>
          <p:nvPr/>
        </p:nvSpPr>
        <p:spPr bwMode="auto">
          <a:xfrm>
            <a:off x="73914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270   300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44" name="AutoShape 60"/>
          <p:cNvCxnSpPr>
            <a:cxnSpLocks noChangeShapeType="1"/>
            <a:stCxn id="195643" idx="1"/>
            <a:endCxn id="195643" idx="3"/>
          </p:cNvCxnSpPr>
          <p:nvPr/>
        </p:nvCxnSpPr>
        <p:spPr bwMode="auto">
          <a:xfrm>
            <a:off x="73914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45" name="Line 61"/>
          <p:cNvSpPr>
            <a:spLocks noChangeShapeType="1"/>
          </p:cNvSpPr>
          <p:nvPr/>
        </p:nvSpPr>
        <p:spPr bwMode="auto">
          <a:xfrm>
            <a:off x="8153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46" name="Line 62"/>
          <p:cNvSpPr>
            <a:spLocks noChangeShapeType="1"/>
          </p:cNvSpPr>
          <p:nvPr/>
        </p:nvSpPr>
        <p:spPr bwMode="auto">
          <a:xfrm>
            <a:off x="7772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47" name="Line 63"/>
          <p:cNvSpPr>
            <a:spLocks noChangeShapeType="1"/>
          </p:cNvSpPr>
          <p:nvPr/>
        </p:nvSpPr>
        <p:spPr bwMode="auto">
          <a:xfrm>
            <a:off x="8534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48" name="Line 64"/>
          <p:cNvSpPr>
            <a:spLocks noChangeShapeType="1"/>
          </p:cNvSpPr>
          <p:nvPr/>
        </p:nvSpPr>
        <p:spPr bwMode="auto">
          <a:xfrm>
            <a:off x="78486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49" name="Line 65"/>
          <p:cNvSpPr>
            <a:spLocks noChangeShapeType="1"/>
          </p:cNvSpPr>
          <p:nvPr/>
        </p:nvSpPr>
        <p:spPr bwMode="auto">
          <a:xfrm>
            <a:off x="83820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50" name="Text Box 66"/>
          <p:cNvSpPr txBox="1">
            <a:spLocks noChangeArrowheads="1"/>
          </p:cNvSpPr>
          <p:nvPr/>
        </p:nvSpPr>
        <p:spPr bwMode="auto">
          <a:xfrm>
            <a:off x="8382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15     25        30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51" name="AutoShape 67"/>
          <p:cNvCxnSpPr>
            <a:cxnSpLocks noChangeShapeType="1"/>
            <a:stCxn id="195650" idx="1"/>
            <a:endCxn id="195650" idx="3"/>
          </p:cNvCxnSpPr>
          <p:nvPr/>
        </p:nvCxnSpPr>
        <p:spPr bwMode="auto">
          <a:xfrm>
            <a:off x="8382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52" name="Line 68"/>
          <p:cNvSpPr>
            <a:spLocks noChangeShapeType="1"/>
          </p:cNvSpPr>
          <p:nvPr/>
        </p:nvSpPr>
        <p:spPr bwMode="auto">
          <a:xfrm>
            <a:off x="1600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53" name="Line 69"/>
          <p:cNvSpPr>
            <a:spLocks noChangeShapeType="1"/>
          </p:cNvSpPr>
          <p:nvPr/>
        </p:nvSpPr>
        <p:spPr bwMode="auto">
          <a:xfrm>
            <a:off x="1219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54" name="Line 70"/>
          <p:cNvSpPr>
            <a:spLocks noChangeShapeType="1"/>
          </p:cNvSpPr>
          <p:nvPr/>
        </p:nvSpPr>
        <p:spPr bwMode="auto">
          <a:xfrm>
            <a:off x="1981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55" name="Line 71"/>
          <p:cNvSpPr>
            <a:spLocks noChangeShapeType="1"/>
          </p:cNvSpPr>
          <p:nvPr/>
        </p:nvSpPr>
        <p:spPr bwMode="auto">
          <a:xfrm>
            <a:off x="12954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56" name="Line 72"/>
          <p:cNvSpPr>
            <a:spLocks noChangeShapeType="1"/>
          </p:cNvSpPr>
          <p:nvPr/>
        </p:nvSpPr>
        <p:spPr bwMode="auto">
          <a:xfrm>
            <a:off x="18288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57" name="Text Box 73"/>
          <p:cNvSpPr txBox="1">
            <a:spLocks noChangeArrowheads="1"/>
          </p:cNvSpPr>
          <p:nvPr/>
        </p:nvSpPr>
        <p:spPr bwMode="auto">
          <a:xfrm>
            <a:off x="289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100   115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58" name="AutoShape 74"/>
          <p:cNvCxnSpPr>
            <a:cxnSpLocks noChangeShapeType="1"/>
            <a:stCxn id="195657" idx="1"/>
            <a:endCxn id="195657" idx="3"/>
          </p:cNvCxnSpPr>
          <p:nvPr/>
        </p:nvCxnSpPr>
        <p:spPr bwMode="auto">
          <a:xfrm>
            <a:off x="289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59" name="Line 75"/>
          <p:cNvSpPr>
            <a:spLocks noChangeShapeType="1"/>
          </p:cNvSpPr>
          <p:nvPr/>
        </p:nvSpPr>
        <p:spPr bwMode="auto">
          <a:xfrm>
            <a:off x="365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60" name="Line 76"/>
          <p:cNvSpPr>
            <a:spLocks noChangeShapeType="1"/>
          </p:cNvSpPr>
          <p:nvPr/>
        </p:nvSpPr>
        <p:spPr bwMode="auto">
          <a:xfrm>
            <a:off x="327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61" name="Line 77"/>
          <p:cNvSpPr>
            <a:spLocks noChangeShapeType="1"/>
          </p:cNvSpPr>
          <p:nvPr/>
        </p:nvSpPr>
        <p:spPr bwMode="auto">
          <a:xfrm>
            <a:off x="403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62" name="Line 78"/>
          <p:cNvSpPr>
            <a:spLocks noChangeShapeType="1"/>
          </p:cNvSpPr>
          <p:nvPr/>
        </p:nvSpPr>
        <p:spPr bwMode="auto">
          <a:xfrm>
            <a:off x="335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63" name="Line 79"/>
          <p:cNvSpPr>
            <a:spLocks noChangeShapeType="1"/>
          </p:cNvSpPr>
          <p:nvPr/>
        </p:nvSpPr>
        <p:spPr bwMode="auto">
          <a:xfrm>
            <a:off x="388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64" name="Text Box 80"/>
          <p:cNvSpPr txBox="1">
            <a:spLocks noChangeArrowheads="1"/>
          </p:cNvSpPr>
          <p:nvPr/>
        </p:nvSpPr>
        <p:spPr bwMode="auto">
          <a:xfrm>
            <a:off x="4800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150   165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65" name="AutoShape 81"/>
          <p:cNvCxnSpPr>
            <a:cxnSpLocks noChangeShapeType="1"/>
            <a:stCxn id="195664" idx="1"/>
            <a:endCxn id="195664" idx="3"/>
          </p:cNvCxnSpPr>
          <p:nvPr/>
        </p:nvCxnSpPr>
        <p:spPr bwMode="auto">
          <a:xfrm>
            <a:off x="4800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66" name="Line 82"/>
          <p:cNvSpPr>
            <a:spLocks noChangeShapeType="1"/>
          </p:cNvSpPr>
          <p:nvPr/>
        </p:nvSpPr>
        <p:spPr bwMode="auto">
          <a:xfrm>
            <a:off x="5562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67" name="Line 83"/>
          <p:cNvSpPr>
            <a:spLocks noChangeShapeType="1"/>
          </p:cNvSpPr>
          <p:nvPr/>
        </p:nvSpPr>
        <p:spPr bwMode="auto">
          <a:xfrm>
            <a:off x="5181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68" name="Line 84"/>
          <p:cNvSpPr>
            <a:spLocks noChangeShapeType="1"/>
          </p:cNvSpPr>
          <p:nvPr/>
        </p:nvSpPr>
        <p:spPr bwMode="auto">
          <a:xfrm>
            <a:off x="5943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69" name="Line 85"/>
          <p:cNvSpPr>
            <a:spLocks noChangeShapeType="1"/>
          </p:cNvSpPr>
          <p:nvPr/>
        </p:nvSpPr>
        <p:spPr bwMode="auto">
          <a:xfrm>
            <a:off x="5257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70" name="Line 86"/>
          <p:cNvSpPr>
            <a:spLocks noChangeShapeType="1"/>
          </p:cNvSpPr>
          <p:nvPr/>
        </p:nvSpPr>
        <p:spPr bwMode="auto">
          <a:xfrm>
            <a:off x="5791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71" name="Text Box 87"/>
          <p:cNvSpPr txBox="1">
            <a:spLocks noChangeArrowheads="1"/>
          </p:cNvSpPr>
          <p:nvPr/>
        </p:nvSpPr>
        <p:spPr bwMode="auto">
          <a:xfrm>
            <a:off x="670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230   240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5672" name="AutoShape 88"/>
          <p:cNvCxnSpPr>
            <a:cxnSpLocks noChangeShapeType="1"/>
            <a:stCxn id="195671" idx="1"/>
            <a:endCxn id="195671" idx="3"/>
          </p:cNvCxnSpPr>
          <p:nvPr/>
        </p:nvCxnSpPr>
        <p:spPr bwMode="auto">
          <a:xfrm>
            <a:off x="670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5673" name="Line 89"/>
          <p:cNvSpPr>
            <a:spLocks noChangeShapeType="1"/>
          </p:cNvSpPr>
          <p:nvPr/>
        </p:nvSpPr>
        <p:spPr bwMode="auto">
          <a:xfrm>
            <a:off x="746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74" name="Line 90"/>
          <p:cNvSpPr>
            <a:spLocks noChangeShapeType="1"/>
          </p:cNvSpPr>
          <p:nvPr/>
        </p:nvSpPr>
        <p:spPr bwMode="auto">
          <a:xfrm>
            <a:off x="708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75" name="Line 91"/>
          <p:cNvSpPr>
            <a:spLocks noChangeShapeType="1"/>
          </p:cNvSpPr>
          <p:nvPr/>
        </p:nvSpPr>
        <p:spPr bwMode="auto">
          <a:xfrm>
            <a:off x="784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76" name="Line 92"/>
          <p:cNvSpPr>
            <a:spLocks noChangeShapeType="1"/>
          </p:cNvSpPr>
          <p:nvPr/>
        </p:nvSpPr>
        <p:spPr bwMode="auto">
          <a:xfrm>
            <a:off x="716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77" name="Line 93"/>
          <p:cNvSpPr>
            <a:spLocks noChangeShapeType="1"/>
          </p:cNvSpPr>
          <p:nvPr/>
        </p:nvSpPr>
        <p:spPr bwMode="auto">
          <a:xfrm>
            <a:off x="769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75</a:t>
            </a:r>
          </a:p>
        </p:txBody>
      </p:sp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3962400" y="16002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100   200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12" name="AutoShape 4"/>
          <p:cNvCxnSpPr>
            <a:cxnSpLocks noChangeShapeType="1"/>
            <a:stCxn id="196611" idx="1"/>
            <a:endCxn id="196611" idx="3"/>
          </p:cNvCxnSpPr>
          <p:nvPr/>
        </p:nvCxnSpPr>
        <p:spPr bwMode="auto">
          <a:xfrm>
            <a:off x="3962400" y="19589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13" name="Line 5"/>
          <p:cNvSpPr>
            <a:spLocks noChangeShapeType="1"/>
          </p:cNvSpPr>
          <p:nvPr/>
        </p:nvSpPr>
        <p:spPr bwMode="auto">
          <a:xfrm>
            <a:off x="4724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14" name="Line 6"/>
          <p:cNvSpPr>
            <a:spLocks noChangeShapeType="1"/>
          </p:cNvSpPr>
          <p:nvPr/>
        </p:nvSpPr>
        <p:spPr bwMode="auto">
          <a:xfrm>
            <a:off x="4343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15" name="Line 7"/>
          <p:cNvSpPr>
            <a:spLocks noChangeShapeType="1"/>
          </p:cNvSpPr>
          <p:nvPr/>
        </p:nvSpPr>
        <p:spPr bwMode="auto">
          <a:xfrm>
            <a:off x="5105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16" name="Line 8"/>
          <p:cNvSpPr>
            <a:spLocks noChangeShapeType="1"/>
          </p:cNvSpPr>
          <p:nvPr/>
        </p:nvSpPr>
        <p:spPr bwMode="auto">
          <a:xfrm>
            <a:off x="4419600" y="1600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17" name="Line 9"/>
          <p:cNvSpPr>
            <a:spLocks noChangeShapeType="1"/>
          </p:cNvSpPr>
          <p:nvPr/>
        </p:nvSpPr>
        <p:spPr bwMode="auto">
          <a:xfrm>
            <a:off x="4953000" y="16002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18" name="Text Box 10"/>
          <p:cNvSpPr txBox="1">
            <a:spLocks noChangeArrowheads="1"/>
          </p:cNvSpPr>
          <p:nvPr/>
        </p:nvSpPr>
        <p:spPr bwMode="auto">
          <a:xfrm>
            <a:off x="1905000" y="2971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15      25      60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19" name="AutoShape 11"/>
          <p:cNvCxnSpPr>
            <a:cxnSpLocks noChangeShapeType="1"/>
            <a:stCxn id="196618" idx="1"/>
            <a:endCxn id="196618" idx="3"/>
          </p:cNvCxnSpPr>
          <p:nvPr/>
        </p:nvCxnSpPr>
        <p:spPr bwMode="auto">
          <a:xfrm>
            <a:off x="1905000" y="3330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20" name="Line 12"/>
          <p:cNvSpPr>
            <a:spLocks noChangeShapeType="1"/>
          </p:cNvSpPr>
          <p:nvPr/>
        </p:nvSpPr>
        <p:spPr bwMode="auto">
          <a:xfrm>
            <a:off x="2667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21" name="Line 13"/>
          <p:cNvSpPr>
            <a:spLocks noChangeShapeType="1"/>
          </p:cNvSpPr>
          <p:nvPr/>
        </p:nvSpPr>
        <p:spPr bwMode="auto">
          <a:xfrm>
            <a:off x="2286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22" name="Line 14"/>
          <p:cNvSpPr>
            <a:spLocks noChangeShapeType="1"/>
          </p:cNvSpPr>
          <p:nvPr/>
        </p:nvSpPr>
        <p:spPr bwMode="auto">
          <a:xfrm>
            <a:off x="3048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23" name="Line 15"/>
          <p:cNvSpPr>
            <a:spLocks noChangeShapeType="1"/>
          </p:cNvSpPr>
          <p:nvPr/>
        </p:nvSpPr>
        <p:spPr bwMode="auto">
          <a:xfrm>
            <a:off x="2362200" y="2971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24" name="Line 16"/>
          <p:cNvSpPr>
            <a:spLocks noChangeShapeType="1"/>
          </p:cNvSpPr>
          <p:nvPr/>
        </p:nvSpPr>
        <p:spPr bwMode="auto">
          <a:xfrm>
            <a:off x="2895600" y="2971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25" name="Text Box 17"/>
          <p:cNvSpPr txBox="1">
            <a:spLocks noChangeArrowheads="1"/>
          </p:cNvSpPr>
          <p:nvPr/>
        </p:nvSpPr>
        <p:spPr bwMode="auto">
          <a:xfrm>
            <a:off x="3962400" y="28956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120   150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26" name="AutoShape 18"/>
          <p:cNvCxnSpPr>
            <a:cxnSpLocks noChangeShapeType="1"/>
            <a:stCxn id="196625" idx="1"/>
            <a:endCxn id="196625" idx="3"/>
          </p:cNvCxnSpPr>
          <p:nvPr/>
        </p:nvCxnSpPr>
        <p:spPr bwMode="auto">
          <a:xfrm>
            <a:off x="3962400" y="32543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27" name="Line 19"/>
          <p:cNvSpPr>
            <a:spLocks noChangeShapeType="1"/>
          </p:cNvSpPr>
          <p:nvPr/>
        </p:nvSpPr>
        <p:spPr bwMode="auto">
          <a:xfrm>
            <a:off x="4724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28" name="Line 20"/>
          <p:cNvSpPr>
            <a:spLocks noChangeShapeType="1"/>
          </p:cNvSpPr>
          <p:nvPr/>
        </p:nvSpPr>
        <p:spPr bwMode="auto">
          <a:xfrm>
            <a:off x="4343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29" name="Line 21"/>
          <p:cNvSpPr>
            <a:spLocks noChangeShapeType="1"/>
          </p:cNvSpPr>
          <p:nvPr/>
        </p:nvSpPr>
        <p:spPr bwMode="auto">
          <a:xfrm>
            <a:off x="5105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30" name="Line 22"/>
          <p:cNvSpPr>
            <a:spLocks noChangeShapeType="1"/>
          </p:cNvSpPr>
          <p:nvPr/>
        </p:nvSpPr>
        <p:spPr bwMode="auto">
          <a:xfrm>
            <a:off x="4419600" y="2895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31" name="Line 23"/>
          <p:cNvSpPr>
            <a:spLocks noChangeShapeType="1"/>
          </p:cNvSpPr>
          <p:nvPr/>
        </p:nvSpPr>
        <p:spPr bwMode="auto">
          <a:xfrm>
            <a:off x="4953000" y="28956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32" name="Text Box 24"/>
          <p:cNvSpPr txBox="1">
            <a:spLocks noChangeArrowheads="1"/>
          </p:cNvSpPr>
          <p:nvPr/>
        </p:nvSpPr>
        <p:spPr bwMode="auto">
          <a:xfrm>
            <a:off x="6781800" y="2819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230   270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33" name="AutoShape 25"/>
          <p:cNvCxnSpPr>
            <a:cxnSpLocks noChangeShapeType="1"/>
            <a:stCxn id="196632" idx="1"/>
            <a:endCxn id="196632" idx="3"/>
          </p:cNvCxnSpPr>
          <p:nvPr/>
        </p:nvCxnSpPr>
        <p:spPr bwMode="auto">
          <a:xfrm>
            <a:off x="6781800" y="3178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34" name="Line 26"/>
          <p:cNvSpPr>
            <a:spLocks noChangeShapeType="1"/>
          </p:cNvSpPr>
          <p:nvPr/>
        </p:nvSpPr>
        <p:spPr bwMode="auto">
          <a:xfrm>
            <a:off x="7543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35" name="Line 27"/>
          <p:cNvSpPr>
            <a:spLocks noChangeShapeType="1"/>
          </p:cNvSpPr>
          <p:nvPr/>
        </p:nvSpPr>
        <p:spPr bwMode="auto">
          <a:xfrm>
            <a:off x="7162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36" name="Line 28"/>
          <p:cNvSpPr>
            <a:spLocks noChangeShapeType="1"/>
          </p:cNvSpPr>
          <p:nvPr/>
        </p:nvSpPr>
        <p:spPr bwMode="auto">
          <a:xfrm>
            <a:off x="7924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37" name="Line 29"/>
          <p:cNvSpPr>
            <a:spLocks noChangeShapeType="1"/>
          </p:cNvSpPr>
          <p:nvPr/>
        </p:nvSpPr>
        <p:spPr bwMode="auto">
          <a:xfrm>
            <a:off x="7239000" y="2819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38" name="Line 30"/>
          <p:cNvSpPr>
            <a:spLocks noChangeShapeType="1"/>
          </p:cNvSpPr>
          <p:nvPr/>
        </p:nvSpPr>
        <p:spPr bwMode="auto">
          <a:xfrm>
            <a:off x="7772400" y="2819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39" name="Text Box 31"/>
          <p:cNvSpPr txBox="1">
            <a:spLocks noChangeArrowheads="1"/>
          </p:cNvSpPr>
          <p:nvPr/>
        </p:nvSpPr>
        <p:spPr bwMode="auto">
          <a:xfrm>
            <a:off x="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1          5        8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40" name="AutoShape 32"/>
          <p:cNvCxnSpPr>
            <a:cxnSpLocks noChangeShapeType="1"/>
            <a:stCxn id="196639" idx="1"/>
            <a:endCxn id="196639" idx="3"/>
          </p:cNvCxnSpPr>
          <p:nvPr/>
        </p:nvCxnSpPr>
        <p:spPr bwMode="auto">
          <a:xfrm>
            <a:off x="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41" name="Line 33"/>
          <p:cNvSpPr>
            <a:spLocks noChangeShapeType="1"/>
          </p:cNvSpPr>
          <p:nvPr/>
        </p:nvSpPr>
        <p:spPr bwMode="auto">
          <a:xfrm>
            <a:off x="76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42" name="Line 34"/>
          <p:cNvSpPr>
            <a:spLocks noChangeShapeType="1"/>
          </p:cNvSpPr>
          <p:nvPr/>
        </p:nvSpPr>
        <p:spPr bwMode="auto">
          <a:xfrm>
            <a:off x="38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43" name="Line 35"/>
          <p:cNvSpPr>
            <a:spLocks noChangeShapeType="1"/>
          </p:cNvSpPr>
          <p:nvPr/>
        </p:nvSpPr>
        <p:spPr bwMode="auto">
          <a:xfrm>
            <a:off x="114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44" name="Line 36"/>
          <p:cNvSpPr>
            <a:spLocks noChangeShapeType="1"/>
          </p:cNvSpPr>
          <p:nvPr/>
        </p:nvSpPr>
        <p:spPr bwMode="auto">
          <a:xfrm>
            <a:off x="45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45" name="Line 37"/>
          <p:cNvSpPr>
            <a:spLocks noChangeShapeType="1"/>
          </p:cNvSpPr>
          <p:nvPr/>
        </p:nvSpPr>
        <p:spPr bwMode="auto">
          <a:xfrm>
            <a:off x="99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46" name="Text Box 38"/>
          <p:cNvSpPr txBox="1">
            <a:spLocks noChangeArrowheads="1"/>
          </p:cNvSpPr>
          <p:nvPr/>
        </p:nvSpPr>
        <p:spPr bwMode="auto">
          <a:xfrm>
            <a:off x="1905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60    75        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47" name="AutoShape 39"/>
          <p:cNvCxnSpPr>
            <a:cxnSpLocks noChangeShapeType="1"/>
            <a:stCxn id="196646" idx="1"/>
            <a:endCxn id="196646" idx="3"/>
          </p:cNvCxnSpPr>
          <p:nvPr/>
        </p:nvCxnSpPr>
        <p:spPr bwMode="auto">
          <a:xfrm>
            <a:off x="1905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48" name="Line 40"/>
          <p:cNvSpPr>
            <a:spLocks noChangeShapeType="1"/>
          </p:cNvSpPr>
          <p:nvPr/>
        </p:nvSpPr>
        <p:spPr bwMode="auto">
          <a:xfrm>
            <a:off x="2667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49" name="Line 41"/>
          <p:cNvSpPr>
            <a:spLocks noChangeShapeType="1"/>
          </p:cNvSpPr>
          <p:nvPr/>
        </p:nvSpPr>
        <p:spPr bwMode="auto">
          <a:xfrm>
            <a:off x="2286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50" name="Line 42"/>
          <p:cNvSpPr>
            <a:spLocks noChangeShapeType="1"/>
          </p:cNvSpPr>
          <p:nvPr/>
        </p:nvSpPr>
        <p:spPr bwMode="auto">
          <a:xfrm>
            <a:off x="3048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51" name="Line 43"/>
          <p:cNvSpPr>
            <a:spLocks noChangeShapeType="1"/>
          </p:cNvSpPr>
          <p:nvPr/>
        </p:nvSpPr>
        <p:spPr bwMode="auto">
          <a:xfrm>
            <a:off x="2362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52" name="Line 44"/>
          <p:cNvSpPr>
            <a:spLocks noChangeShapeType="1"/>
          </p:cNvSpPr>
          <p:nvPr/>
        </p:nvSpPr>
        <p:spPr bwMode="auto">
          <a:xfrm>
            <a:off x="2895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53" name="Text Box 45"/>
          <p:cNvSpPr txBox="1">
            <a:spLocks noChangeArrowheads="1"/>
          </p:cNvSpPr>
          <p:nvPr/>
        </p:nvSpPr>
        <p:spPr bwMode="auto">
          <a:xfrm>
            <a:off x="3810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120   145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54" name="AutoShape 46"/>
          <p:cNvCxnSpPr>
            <a:cxnSpLocks noChangeShapeType="1"/>
            <a:stCxn id="196653" idx="1"/>
            <a:endCxn id="196653" idx="3"/>
          </p:cNvCxnSpPr>
          <p:nvPr/>
        </p:nvCxnSpPr>
        <p:spPr bwMode="auto">
          <a:xfrm>
            <a:off x="3810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55" name="Line 47"/>
          <p:cNvSpPr>
            <a:spLocks noChangeShapeType="1"/>
          </p:cNvSpPr>
          <p:nvPr/>
        </p:nvSpPr>
        <p:spPr bwMode="auto">
          <a:xfrm>
            <a:off x="457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56" name="Line 48"/>
          <p:cNvSpPr>
            <a:spLocks noChangeShapeType="1"/>
          </p:cNvSpPr>
          <p:nvPr/>
        </p:nvSpPr>
        <p:spPr bwMode="auto">
          <a:xfrm>
            <a:off x="419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57" name="Line 49"/>
          <p:cNvSpPr>
            <a:spLocks noChangeShapeType="1"/>
          </p:cNvSpPr>
          <p:nvPr/>
        </p:nvSpPr>
        <p:spPr bwMode="auto">
          <a:xfrm>
            <a:off x="495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58" name="Line 50"/>
          <p:cNvSpPr>
            <a:spLocks noChangeShapeType="1"/>
          </p:cNvSpPr>
          <p:nvPr/>
        </p:nvSpPr>
        <p:spPr bwMode="auto">
          <a:xfrm>
            <a:off x="426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59" name="Line 51"/>
          <p:cNvSpPr>
            <a:spLocks noChangeShapeType="1"/>
          </p:cNvSpPr>
          <p:nvPr/>
        </p:nvSpPr>
        <p:spPr bwMode="auto">
          <a:xfrm>
            <a:off x="480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60" name="Text Box 52"/>
          <p:cNvSpPr txBox="1">
            <a:spLocks noChangeArrowheads="1"/>
          </p:cNvSpPr>
          <p:nvPr/>
        </p:nvSpPr>
        <p:spPr bwMode="auto">
          <a:xfrm>
            <a:off x="55626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200   215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61" name="AutoShape 53"/>
          <p:cNvCxnSpPr>
            <a:cxnSpLocks noChangeShapeType="1"/>
            <a:stCxn id="196660" idx="1"/>
            <a:endCxn id="196660" idx="3"/>
          </p:cNvCxnSpPr>
          <p:nvPr/>
        </p:nvCxnSpPr>
        <p:spPr bwMode="auto">
          <a:xfrm>
            <a:off x="55626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62" name="Line 54"/>
          <p:cNvSpPr>
            <a:spLocks noChangeShapeType="1"/>
          </p:cNvSpPr>
          <p:nvPr/>
        </p:nvSpPr>
        <p:spPr bwMode="auto">
          <a:xfrm>
            <a:off x="6324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63" name="Line 55"/>
          <p:cNvSpPr>
            <a:spLocks noChangeShapeType="1"/>
          </p:cNvSpPr>
          <p:nvPr/>
        </p:nvSpPr>
        <p:spPr bwMode="auto">
          <a:xfrm>
            <a:off x="5943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64" name="Line 56"/>
          <p:cNvSpPr>
            <a:spLocks noChangeShapeType="1"/>
          </p:cNvSpPr>
          <p:nvPr/>
        </p:nvSpPr>
        <p:spPr bwMode="auto">
          <a:xfrm>
            <a:off x="6705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65" name="Line 57"/>
          <p:cNvSpPr>
            <a:spLocks noChangeShapeType="1"/>
          </p:cNvSpPr>
          <p:nvPr/>
        </p:nvSpPr>
        <p:spPr bwMode="auto">
          <a:xfrm>
            <a:off x="60198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66" name="Line 58"/>
          <p:cNvSpPr>
            <a:spLocks noChangeShapeType="1"/>
          </p:cNvSpPr>
          <p:nvPr/>
        </p:nvSpPr>
        <p:spPr bwMode="auto">
          <a:xfrm>
            <a:off x="65532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67" name="Text Box 59"/>
          <p:cNvSpPr txBox="1">
            <a:spLocks noChangeArrowheads="1"/>
          </p:cNvSpPr>
          <p:nvPr/>
        </p:nvSpPr>
        <p:spPr bwMode="auto">
          <a:xfrm>
            <a:off x="73914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270   300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68" name="AutoShape 60"/>
          <p:cNvCxnSpPr>
            <a:cxnSpLocks noChangeShapeType="1"/>
            <a:stCxn id="196667" idx="1"/>
            <a:endCxn id="196667" idx="3"/>
          </p:cNvCxnSpPr>
          <p:nvPr/>
        </p:nvCxnSpPr>
        <p:spPr bwMode="auto">
          <a:xfrm>
            <a:off x="73914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69" name="Line 61"/>
          <p:cNvSpPr>
            <a:spLocks noChangeShapeType="1"/>
          </p:cNvSpPr>
          <p:nvPr/>
        </p:nvSpPr>
        <p:spPr bwMode="auto">
          <a:xfrm>
            <a:off x="8153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70" name="Line 62"/>
          <p:cNvSpPr>
            <a:spLocks noChangeShapeType="1"/>
          </p:cNvSpPr>
          <p:nvPr/>
        </p:nvSpPr>
        <p:spPr bwMode="auto">
          <a:xfrm>
            <a:off x="7772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71" name="Line 63"/>
          <p:cNvSpPr>
            <a:spLocks noChangeShapeType="1"/>
          </p:cNvSpPr>
          <p:nvPr/>
        </p:nvSpPr>
        <p:spPr bwMode="auto">
          <a:xfrm>
            <a:off x="8534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72" name="Line 64"/>
          <p:cNvSpPr>
            <a:spLocks noChangeShapeType="1"/>
          </p:cNvSpPr>
          <p:nvPr/>
        </p:nvSpPr>
        <p:spPr bwMode="auto">
          <a:xfrm>
            <a:off x="78486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73" name="Line 65"/>
          <p:cNvSpPr>
            <a:spLocks noChangeShapeType="1"/>
          </p:cNvSpPr>
          <p:nvPr/>
        </p:nvSpPr>
        <p:spPr bwMode="auto">
          <a:xfrm>
            <a:off x="83820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74" name="Text Box 66"/>
          <p:cNvSpPr txBox="1">
            <a:spLocks noChangeArrowheads="1"/>
          </p:cNvSpPr>
          <p:nvPr/>
        </p:nvSpPr>
        <p:spPr bwMode="auto">
          <a:xfrm>
            <a:off x="1066800" y="6142038"/>
            <a:ext cx="1524000" cy="715962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25      30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75" name="AutoShape 67"/>
          <p:cNvCxnSpPr>
            <a:cxnSpLocks noChangeShapeType="1"/>
            <a:stCxn id="196674" idx="1"/>
            <a:endCxn id="196674" idx="3"/>
          </p:cNvCxnSpPr>
          <p:nvPr/>
        </p:nvCxnSpPr>
        <p:spPr bwMode="auto">
          <a:xfrm>
            <a:off x="1066800" y="6500813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76" name="Line 68"/>
          <p:cNvSpPr>
            <a:spLocks noChangeShapeType="1"/>
          </p:cNvSpPr>
          <p:nvPr/>
        </p:nvSpPr>
        <p:spPr bwMode="auto">
          <a:xfrm>
            <a:off x="1828800" y="6523038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77" name="Line 69"/>
          <p:cNvSpPr>
            <a:spLocks noChangeShapeType="1"/>
          </p:cNvSpPr>
          <p:nvPr/>
        </p:nvSpPr>
        <p:spPr bwMode="auto">
          <a:xfrm>
            <a:off x="1447800" y="6523038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78" name="Line 70"/>
          <p:cNvSpPr>
            <a:spLocks noChangeShapeType="1"/>
          </p:cNvSpPr>
          <p:nvPr/>
        </p:nvSpPr>
        <p:spPr bwMode="auto">
          <a:xfrm>
            <a:off x="2209800" y="6523038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79" name="Line 71"/>
          <p:cNvSpPr>
            <a:spLocks noChangeShapeType="1"/>
          </p:cNvSpPr>
          <p:nvPr/>
        </p:nvSpPr>
        <p:spPr bwMode="auto">
          <a:xfrm>
            <a:off x="1524000" y="6142038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80" name="Line 72"/>
          <p:cNvSpPr>
            <a:spLocks noChangeShapeType="1"/>
          </p:cNvSpPr>
          <p:nvPr/>
        </p:nvSpPr>
        <p:spPr bwMode="auto">
          <a:xfrm>
            <a:off x="2057400" y="6142038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81" name="Text Box 73"/>
          <p:cNvSpPr txBox="1">
            <a:spLocks noChangeArrowheads="1"/>
          </p:cNvSpPr>
          <p:nvPr/>
        </p:nvSpPr>
        <p:spPr bwMode="auto">
          <a:xfrm>
            <a:off x="289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100   115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82" name="AutoShape 74"/>
          <p:cNvCxnSpPr>
            <a:cxnSpLocks noChangeShapeType="1"/>
            <a:stCxn id="196681" idx="1"/>
            <a:endCxn id="196681" idx="3"/>
          </p:cNvCxnSpPr>
          <p:nvPr/>
        </p:nvCxnSpPr>
        <p:spPr bwMode="auto">
          <a:xfrm>
            <a:off x="289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83" name="Line 75"/>
          <p:cNvSpPr>
            <a:spLocks noChangeShapeType="1"/>
          </p:cNvSpPr>
          <p:nvPr/>
        </p:nvSpPr>
        <p:spPr bwMode="auto">
          <a:xfrm>
            <a:off x="365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84" name="Line 76"/>
          <p:cNvSpPr>
            <a:spLocks noChangeShapeType="1"/>
          </p:cNvSpPr>
          <p:nvPr/>
        </p:nvSpPr>
        <p:spPr bwMode="auto">
          <a:xfrm>
            <a:off x="327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85" name="Line 77"/>
          <p:cNvSpPr>
            <a:spLocks noChangeShapeType="1"/>
          </p:cNvSpPr>
          <p:nvPr/>
        </p:nvSpPr>
        <p:spPr bwMode="auto">
          <a:xfrm>
            <a:off x="403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86" name="Line 78"/>
          <p:cNvSpPr>
            <a:spLocks noChangeShapeType="1"/>
          </p:cNvSpPr>
          <p:nvPr/>
        </p:nvSpPr>
        <p:spPr bwMode="auto">
          <a:xfrm>
            <a:off x="335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87" name="Line 79"/>
          <p:cNvSpPr>
            <a:spLocks noChangeShapeType="1"/>
          </p:cNvSpPr>
          <p:nvPr/>
        </p:nvSpPr>
        <p:spPr bwMode="auto">
          <a:xfrm>
            <a:off x="388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88" name="Text Box 80"/>
          <p:cNvSpPr txBox="1">
            <a:spLocks noChangeArrowheads="1"/>
          </p:cNvSpPr>
          <p:nvPr/>
        </p:nvSpPr>
        <p:spPr bwMode="auto">
          <a:xfrm>
            <a:off x="4800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150   165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89" name="AutoShape 81"/>
          <p:cNvCxnSpPr>
            <a:cxnSpLocks noChangeShapeType="1"/>
            <a:stCxn id="196688" idx="1"/>
            <a:endCxn id="196688" idx="3"/>
          </p:cNvCxnSpPr>
          <p:nvPr/>
        </p:nvCxnSpPr>
        <p:spPr bwMode="auto">
          <a:xfrm>
            <a:off x="4800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90" name="Line 82"/>
          <p:cNvSpPr>
            <a:spLocks noChangeShapeType="1"/>
          </p:cNvSpPr>
          <p:nvPr/>
        </p:nvSpPr>
        <p:spPr bwMode="auto">
          <a:xfrm>
            <a:off x="5562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91" name="Line 83"/>
          <p:cNvSpPr>
            <a:spLocks noChangeShapeType="1"/>
          </p:cNvSpPr>
          <p:nvPr/>
        </p:nvSpPr>
        <p:spPr bwMode="auto">
          <a:xfrm>
            <a:off x="5181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92" name="Line 84"/>
          <p:cNvSpPr>
            <a:spLocks noChangeShapeType="1"/>
          </p:cNvSpPr>
          <p:nvPr/>
        </p:nvSpPr>
        <p:spPr bwMode="auto">
          <a:xfrm>
            <a:off x="5943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93" name="Line 85"/>
          <p:cNvSpPr>
            <a:spLocks noChangeShapeType="1"/>
          </p:cNvSpPr>
          <p:nvPr/>
        </p:nvSpPr>
        <p:spPr bwMode="auto">
          <a:xfrm>
            <a:off x="5257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94" name="Line 86"/>
          <p:cNvSpPr>
            <a:spLocks noChangeShapeType="1"/>
          </p:cNvSpPr>
          <p:nvPr/>
        </p:nvSpPr>
        <p:spPr bwMode="auto">
          <a:xfrm>
            <a:off x="5791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95" name="Text Box 87"/>
          <p:cNvSpPr txBox="1">
            <a:spLocks noChangeArrowheads="1"/>
          </p:cNvSpPr>
          <p:nvPr/>
        </p:nvSpPr>
        <p:spPr bwMode="auto">
          <a:xfrm>
            <a:off x="670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230   240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696" name="AutoShape 88"/>
          <p:cNvCxnSpPr>
            <a:cxnSpLocks noChangeShapeType="1"/>
            <a:stCxn id="196695" idx="1"/>
            <a:endCxn id="196695" idx="3"/>
          </p:cNvCxnSpPr>
          <p:nvPr/>
        </p:nvCxnSpPr>
        <p:spPr bwMode="auto">
          <a:xfrm>
            <a:off x="670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697" name="Line 89"/>
          <p:cNvSpPr>
            <a:spLocks noChangeShapeType="1"/>
          </p:cNvSpPr>
          <p:nvPr/>
        </p:nvSpPr>
        <p:spPr bwMode="auto">
          <a:xfrm>
            <a:off x="746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98" name="Line 90"/>
          <p:cNvSpPr>
            <a:spLocks noChangeShapeType="1"/>
          </p:cNvSpPr>
          <p:nvPr/>
        </p:nvSpPr>
        <p:spPr bwMode="auto">
          <a:xfrm>
            <a:off x="708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99" name="Line 91"/>
          <p:cNvSpPr>
            <a:spLocks noChangeShapeType="1"/>
          </p:cNvSpPr>
          <p:nvPr/>
        </p:nvSpPr>
        <p:spPr bwMode="auto">
          <a:xfrm>
            <a:off x="784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700" name="Line 92"/>
          <p:cNvSpPr>
            <a:spLocks noChangeShapeType="1"/>
          </p:cNvSpPr>
          <p:nvPr/>
        </p:nvSpPr>
        <p:spPr bwMode="auto">
          <a:xfrm>
            <a:off x="716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701" name="Line 93"/>
          <p:cNvSpPr>
            <a:spLocks noChangeShapeType="1"/>
          </p:cNvSpPr>
          <p:nvPr/>
        </p:nvSpPr>
        <p:spPr bwMode="auto">
          <a:xfrm>
            <a:off x="769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715" name="Text Box 107"/>
          <p:cNvSpPr txBox="1">
            <a:spLocks noChangeArrowheads="1"/>
          </p:cNvSpPr>
          <p:nvPr/>
        </p:nvSpPr>
        <p:spPr bwMode="auto">
          <a:xfrm>
            <a:off x="0" y="5257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15     20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6716" name="AutoShape 108"/>
          <p:cNvCxnSpPr>
            <a:cxnSpLocks noChangeShapeType="1"/>
            <a:stCxn id="196715" idx="1"/>
            <a:endCxn id="196715" idx="3"/>
          </p:cNvCxnSpPr>
          <p:nvPr/>
        </p:nvCxnSpPr>
        <p:spPr bwMode="auto">
          <a:xfrm>
            <a:off x="0" y="5616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6717" name="Line 109"/>
          <p:cNvSpPr>
            <a:spLocks noChangeShapeType="1"/>
          </p:cNvSpPr>
          <p:nvPr/>
        </p:nvSpPr>
        <p:spPr bwMode="auto">
          <a:xfrm>
            <a:off x="762000" y="5638800"/>
            <a:ext cx="1588" cy="37465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718" name="Line 110"/>
          <p:cNvSpPr>
            <a:spLocks noChangeShapeType="1"/>
          </p:cNvSpPr>
          <p:nvPr/>
        </p:nvSpPr>
        <p:spPr bwMode="auto">
          <a:xfrm>
            <a:off x="381000" y="5638800"/>
            <a:ext cx="1588" cy="37465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719" name="Line 111"/>
          <p:cNvSpPr>
            <a:spLocks noChangeShapeType="1"/>
          </p:cNvSpPr>
          <p:nvPr/>
        </p:nvSpPr>
        <p:spPr bwMode="auto">
          <a:xfrm>
            <a:off x="1143000" y="5638800"/>
            <a:ext cx="1588" cy="37465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720" name="Line 112"/>
          <p:cNvSpPr>
            <a:spLocks noChangeShapeType="1"/>
          </p:cNvSpPr>
          <p:nvPr/>
        </p:nvSpPr>
        <p:spPr bwMode="auto">
          <a:xfrm flipH="1">
            <a:off x="455613" y="5257800"/>
            <a:ext cx="1587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721" name="Line 113"/>
          <p:cNvSpPr>
            <a:spLocks noChangeShapeType="1"/>
          </p:cNvSpPr>
          <p:nvPr/>
        </p:nvSpPr>
        <p:spPr bwMode="auto">
          <a:xfrm>
            <a:off x="989013" y="5257800"/>
            <a:ext cx="1587" cy="320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Tree</a:t>
            </a: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3962400" y="16002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100   200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660" name="AutoShape 4"/>
          <p:cNvCxnSpPr>
            <a:cxnSpLocks noChangeShapeType="1"/>
            <a:stCxn id="198659" idx="1"/>
            <a:endCxn id="198659" idx="3"/>
          </p:cNvCxnSpPr>
          <p:nvPr/>
        </p:nvCxnSpPr>
        <p:spPr bwMode="auto">
          <a:xfrm>
            <a:off x="3962400" y="19589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661" name="Line 5"/>
          <p:cNvSpPr>
            <a:spLocks noChangeShapeType="1"/>
          </p:cNvSpPr>
          <p:nvPr/>
        </p:nvSpPr>
        <p:spPr bwMode="auto">
          <a:xfrm>
            <a:off x="4724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62" name="Line 6"/>
          <p:cNvSpPr>
            <a:spLocks noChangeShapeType="1"/>
          </p:cNvSpPr>
          <p:nvPr/>
        </p:nvSpPr>
        <p:spPr bwMode="auto">
          <a:xfrm>
            <a:off x="4343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63" name="Line 7"/>
          <p:cNvSpPr>
            <a:spLocks noChangeShapeType="1"/>
          </p:cNvSpPr>
          <p:nvPr/>
        </p:nvSpPr>
        <p:spPr bwMode="auto">
          <a:xfrm>
            <a:off x="5105400" y="1981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64" name="Line 8"/>
          <p:cNvSpPr>
            <a:spLocks noChangeShapeType="1"/>
          </p:cNvSpPr>
          <p:nvPr/>
        </p:nvSpPr>
        <p:spPr bwMode="auto">
          <a:xfrm>
            <a:off x="4419600" y="1600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65" name="Line 9"/>
          <p:cNvSpPr>
            <a:spLocks noChangeShapeType="1"/>
          </p:cNvSpPr>
          <p:nvPr/>
        </p:nvSpPr>
        <p:spPr bwMode="auto">
          <a:xfrm>
            <a:off x="4953000" y="16002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66" name="Text Box 10"/>
          <p:cNvSpPr txBox="1">
            <a:spLocks noChangeArrowheads="1"/>
          </p:cNvSpPr>
          <p:nvPr/>
        </p:nvSpPr>
        <p:spPr bwMode="auto">
          <a:xfrm>
            <a:off x="1905000" y="2971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15      25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667" name="AutoShape 11"/>
          <p:cNvCxnSpPr>
            <a:cxnSpLocks noChangeShapeType="1"/>
            <a:stCxn id="198666" idx="1"/>
            <a:endCxn id="198666" idx="3"/>
          </p:cNvCxnSpPr>
          <p:nvPr/>
        </p:nvCxnSpPr>
        <p:spPr bwMode="auto">
          <a:xfrm>
            <a:off x="1905000" y="3330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668" name="Line 12"/>
          <p:cNvSpPr>
            <a:spLocks noChangeShapeType="1"/>
          </p:cNvSpPr>
          <p:nvPr/>
        </p:nvSpPr>
        <p:spPr bwMode="auto">
          <a:xfrm>
            <a:off x="2667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69" name="Line 13"/>
          <p:cNvSpPr>
            <a:spLocks noChangeShapeType="1"/>
          </p:cNvSpPr>
          <p:nvPr/>
        </p:nvSpPr>
        <p:spPr bwMode="auto">
          <a:xfrm>
            <a:off x="2286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70" name="Line 14"/>
          <p:cNvSpPr>
            <a:spLocks noChangeShapeType="1"/>
          </p:cNvSpPr>
          <p:nvPr/>
        </p:nvSpPr>
        <p:spPr bwMode="auto">
          <a:xfrm>
            <a:off x="3048000" y="3352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71" name="Line 15"/>
          <p:cNvSpPr>
            <a:spLocks noChangeShapeType="1"/>
          </p:cNvSpPr>
          <p:nvPr/>
        </p:nvSpPr>
        <p:spPr bwMode="auto">
          <a:xfrm>
            <a:off x="2362200" y="2971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72" name="Line 16"/>
          <p:cNvSpPr>
            <a:spLocks noChangeShapeType="1"/>
          </p:cNvSpPr>
          <p:nvPr/>
        </p:nvSpPr>
        <p:spPr bwMode="auto">
          <a:xfrm>
            <a:off x="2895600" y="2971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73" name="Text Box 17"/>
          <p:cNvSpPr txBox="1">
            <a:spLocks noChangeArrowheads="1"/>
          </p:cNvSpPr>
          <p:nvPr/>
        </p:nvSpPr>
        <p:spPr bwMode="auto">
          <a:xfrm>
            <a:off x="3962400" y="28956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120   150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674" name="AutoShape 18"/>
          <p:cNvCxnSpPr>
            <a:cxnSpLocks noChangeShapeType="1"/>
            <a:stCxn id="198673" idx="1"/>
            <a:endCxn id="198673" idx="3"/>
          </p:cNvCxnSpPr>
          <p:nvPr/>
        </p:nvCxnSpPr>
        <p:spPr bwMode="auto">
          <a:xfrm>
            <a:off x="3962400" y="32543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675" name="Line 19"/>
          <p:cNvSpPr>
            <a:spLocks noChangeShapeType="1"/>
          </p:cNvSpPr>
          <p:nvPr/>
        </p:nvSpPr>
        <p:spPr bwMode="auto">
          <a:xfrm>
            <a:off x="4724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76" name="Line 20"/>
          <p:cNvSpPr>
            <a:spLocks noChangeShapeType="1"/>
          </p:cNvSpPr>
          <p:nvPr/>
        </p:nvSpPr>
        <p:spPr bwMode="auto">
          <a:xfrm>
            <a:off x="4343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77" name="Line 21"/>
          <p:cNvSpPr>
            <a:spLocks noChangeShapeType="1"/>
          </p:cNvSpPr>
          <p:nvPr/>
        </p:nvSpPr>
        <p:spPr bwMode="auto">
          <a:xfrm>
            <a:off x="5105400" y="3276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78" name="Line 22"/>
          <p:cNvSpPr>
            <a:spLocks noChangeShapeType="1"/>
          </p:cNvSpPr>
          <p:nvPr/>
        </p:nvSpPr>
        <p:spPr bwMode="auto">
          <a:xfrm>
            <a:off x="4419600" y="2895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79" name="Line 23"/>
          <p:cNvSpPr>
            <a:spLocks noChangeShapeType="1"/>
          </p:cNvSpPr>
          <p:nvPr/>
        </p:nvSpPr>
        <p:spPr bwMode="auto">
          <a:xfrm>
            <a:off x="4953000" y="28956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80" name="Text Box 24"/>
          <p:cNvSpPr txBox="1">
            <a:spLocks noChangeArrowheads="1"/>
          </p:cNvSpPr>
          <p:nvPr/>
        </p:nvSpPr>
        <p:spPr bwMode="auto">
          <a:xfrm>
            <a:off x="6781800" y="2819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230   270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681" name="AutoShape 25"/>
          <p:cNvCxnSpPr>
            <a:cxnSpLocks noChangeShapeType="1"/>
            <a:stCxn id="198680" idx="1"/>
            <a:endCxn id="198680" idx="3"/>
          </p:cNvCxnSpPr>
          <p:nvPr/>
        </p:nvCxnSpPr>
        <p:spPr bwMode="auto">
          <a:xfrm>
            <a:off x="6781800" y="3178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682" name="Line 26"/>
          <p:cNvSpPr>
            <a:spLocks noChangeShapeType="1"/>
          </p:cNvSpPr>
          <p:nvPr/>
        </p:nvSpPr>
        <p:spPr bwMode="auto">
          <a:xfrm>
            <a:off x="7543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83" name="Line 27"/>
          <p:cNvSpPr>
            <a:spLocks noChangeShapeType="1"/>
          </p:cNvSpPr>
          <p:nvPr/>
        </p:nvSpPr>
        <p:spPr bwMode="auto">
          <a:xfrm>
            <a:off x="7162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84" name="Line 28"/>
          <p:cNvSpPr>
            <a:spLocks noChangeShapeType="1"/>
          </p:cNvSpPr>
          <p:nvPr/>
        </p:nvSpPr>
        <p:spPr bwMode="auto">
          <a:xfrm>
            <a:off x="79248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85" name="Line 29"/>
          <p:cNvSpPr>
            <a:spLocks noChangeShapeType="1"/>
          </p:cNvSpPr>
          <p:nvPr/>
        </p:nvSpPr>
        <p:spPr bwMode="auto">
          <a:xfrm>
            <a:off x="7239000" y="2819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86" name="Line 30"/>
          <p:cNvSpPr>
            <a:spLocks noChangeShapeType="1"/>
          </p:cNvSpPr>
          <p:nvPr/>
        </p:nvSpPr>
        <p:spPr bwMode="auto">
          <a:xfrm>
            <a:off x="7772400" y="2819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87" name="Text Box 31"/>
          <p:cNvSpPr txBox="1">
            <a:spLocks noChangeArrowheads="1"/>
          </p:cNvSpPr>
          <p:nvPr/>
        </p:nvSpPr>
        <p:spPr bwMode="auto">
          <a:xfrm>
            <a:off x="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1          5        8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688" name="AutoShape 32"/>
          <p:cNvCxnSpPr>
            <a:cxnSpLocks noChangeShapeType="1"/>
            <a:stCxn id="198687" idx="1"/>
            <a:endCxn id="198687" idx="3"/>
          </p:cNvCxnSpPr>
          <p:nvPr/>
        </p:nvCxnSpPr>
        <p:spPr bwMode="auto">
          <a:xfrm>
            <a:off x="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689" name="Line 33"/>
          <p:cNvSpPr>
            <a:spLocks noChangeShapeType="1"/>
          </p:cNvSpPr>
          <p:nvPr/>
        </p:nvSpPr>
        <p:spPr bwMode="auto">
          <a:xfrm>
            <a:off x="76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90" name="Line 34"/>
          <p:cNvSpPr>
            <a:spLocks noChangeShapeType="1"/>
          </p:cNvSpPr>
          <p:nvPr/>
        </p:nvSpPr>
        <p:spPr bwMode="auto">
          <a:xfrm>
            <a:off x="38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91" name="Line 35"/>
          <p:cNvSpPr>
            <a:spLocks noChangeShapeType="1"/>
          </p:cNvSpPr>
          <p:nvPr/>
        </p:nvSpPr>
        <p:spPr bwMode="auto">
          <a:xfrm>
            <a:off x="114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92" name="Line 36"/>
          <p:cNvSpPr>
            <a:spLocks noChangeShapeType="1"/>
          </p:cNvSpPr>
          <p:nvPr/>
        </p:nvSpPr>
        <p:spPr bwMode="auto">
          <a:xfrm>
            <a:off x="45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93" name="Line 37"/>
          <p:cNvSpPr>
            <a:spLocks noChangeShapeType="1"/>
          </p:cNvSpPr>
          <p:nvPr/>
        </p:nvSpPr>
        <p:spPr bwMode="auto">
          <a:xfrm>
            <a:off x="99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94" name="Text Box 38"/>
          <p:cNvSpPr txBox="1">
            <a:spLocks noChangeArrowheads="1"/>
          </p:cNvSpPr>
          <p:nvPr/>
        </p:nvSpPr>
        <p:spPr bwMode="auto">
          <a:xfrm>
            <a:off x="1905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25    30        60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695" name="AutoShape 39"/>
          <p:cNvCxnSpPr>
            <a:cxnSpLocks noChangeShapeType="1"/>
            <a:stCxn id="198694" idx="1"/>
            <a:endCxn id="198694" idx="3"/>
          </p:cNvCxnSpPr>
          <p:nvPr/>
        </p:nvCxnSpPr>
        <p:spPr bwMode="auto">
          <a:xfrm>
            <a:off x="1905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696" name="Line 40"/>
          <p:cNvSpPr>
            <a:spLocks noChangeShapeType="1"/>
          </p:cNvSpPr>
          <p:nvPr/>
        </p:nvSpPr>
        <p:spPr bwMode="auto">
          <a:xfrm>
            <a:off x="2667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97" name="Line 41"/>
          <p:cNvSpPr>
            <a:spLocks noChangeShapeType="1"/>
          </p:cNvSpPr>
          <p:nvPr/>
        </p:nvSpPr>
        <p:spPr bwMode="auto">
          <a:xfrm>
            <a:off x="2286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98" name="Line 42"/>
          <p:cNvSpPr>
            <a:spLocks noChangeShapeType="1"/>
          </p:cNvSpPr>
          <p:nvPr/>
        </p:nvSpPr>
        <p:spPr bwMode="auto">
          <a:xfrm>
            <a:off x="3048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99" name="Line 43"/>
          <p:cNvSpPr>
            <a:spLocks noChangeShapeType="1"/>
          </p:cNvSpPr>
          <p:nvPr/>
        </p:nvSpPr>
        <p:spPr bwMode="auto">
          <a:xfrm>
            <a:off x="2362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00" name="Line 44"/>
          <p:cNvSpPr>
            <a:spLocks noChangeShapeType="1"/>
          </p:cNvSpPr>
          <p:nvPr/>
        </p:nvSpPr>
        <p:spPr bwMode="auto">
          <a:xfrm>
            <a:off x="2895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01" name="Text Box 45"/>
          <p:cNvSpPr txBox="1">
            <a:spLocks noChangeArrowheads="1"/>
          </p:cNvSpPr>
          <p:nvPr/>
        </p:nvSpPr>
        <p:spPr bwMode="auto">
          <a:xfrm>
            <a:off x="38100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120   145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702" name="AutoShape 46"/>
          <p:cNvCxnSpPr>
            <a:cxnSpLocks noChangeShapeType="1"/>
            <a:stCxn id="198701" idx="1"/>
            <a:endCxn id="198701" idx="3"/>
          </p:cNvCxnSpPr>
          <p:nvPr/>
        </p:nvCxnSpPr>
        <p:spPr bwMode="auto">
          <a:xfrm>
            <a:off x="38100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703" name="Line 47"/>
          <p:cNvSpPr>
            <a:spLocks noChangeShapeType="1"/>
          </p:cNvSpPr>
          <p:nvPr/>
        </p:nvSpPr>
        <p:spPr bwMode="auto">
          <a:xfrm>
            <a:off x="4572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04" name="Line 48"/>
          <p:cNvSpPr>
            <a:spLocks noChangeShapeType="1"/>
          </p:cNvSpPr>
          <p:nvPr/>
        </p:nvSpPr>
        <p:spPr bwMode="auto">
          <a:xfrm>
            <a:off x="4191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05" name="Line 49"/>
          <p:cNvSpPr>
            <a:spLocks noChangeShapeType="1"/>
          </p:cNvSpPr>
          <p:nvPr/>
        </p:nvSpPr>
        <p:spPr bwMode="auto">
          <a:xfrm>
            <a:off x="49530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06" name="Line 50"/>
          <p:cNvSpPr>
            <a:spLocks noChangeShapeType="1"/>
          </p:cNvSpPr>
          <p:nvPr/>
        </p:nvSpPr>
        <p:spPr bwMode="auto">
          <a:xfrm>
            <a:off x="42672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07" name="Line 51"/>
          <p:cNvSpPr>
            <a:spLocks noChangeShapeType="1"/>
          </p:cNvSpPr>
          <p:nvPr/>
        </p:nvSpPr>
        <p:spPr bwMode="auto">
          <a:xfrm>
            <a:off x="48006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08" name="Text Box 52"/>
          <p:cNvSpPr txBox="1">
            <a:spLocks noChangeArrowheads="1"/>
          </p:cNvSpPr>
          <p:nvPr/>
        </p:nvSpPr>
        <p:spPr bwMode="auto">
          <a:xfrm>
            <a:off x="55626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200   215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709" name="AutoShape 53"/>
          <p:cNvCxnSpPr>
            <a:cxnSpLocks noChangeShapeType="1"/>
            <a:stCxn id="198708" idx="1"/>
            <a:endCxn id="198708" idx="3"/>
          </p:cNvCxnSpPr>
          <p:nvPr/>
        </p:nvCxnSpPr>
        <p:spPr bwMode="auto">
          <a:xfrm>
            <a:off x="55626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710" name="Line 54"/>
          <p:cNvSpPr>
            <a:spLocks noChangeShapeType="1"/>
          </p:cNvSpPr>
          <p:nvPr/>
        </p:nvSpPr>
        <p:spPr bwMode="auto">
          <a:xfrm>
            <a:off x="6324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11" name="Line 55"/>
          <p:cNvSpPr>
            <a:spLocks noChangeShapeType="1"/>
          </p:cNvSpPr>
          <p:nvPr/>
        </p:nvSpPr>
        <p:spPr bwMode="auto">
          <a:xfrm>
            <a:off x="5943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12" name="Line 56"/>
          <p:cNvSpPr>
            <a:spLocks noChangeShapeType="1"/>
          </p:cNvSpPr>
          <p:nvPr/>
        </p:nvSpPr>
        <p:spPr bwMode="auto">
          <a:xfrm>
            <a:off x="67056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13" name="Line 57"/>
          <p:cNvSpPr>
            <a:spLocks noChangeShapeType="1"/>
          </p:cNvSpPr>
          <p:nvPr/>
        </p:nvSpPr>
        <p:spPr bwMode="auto">
          <a:xfrm>
            <a:off x="60198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14" name="Line 58"/>
          <p:cNvSpPr>
            <a:spLocks noChangeShapeType="1"/>
          </p:cNvSpPr>
          <p:nvPr/>
        </p:nvSpPr>
        <p:spPr bwMode="auto">
          <a:xfrm>
            <a:off x="65532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15" name="Text Box 59"/>
          <p:cNvSpPr txBox="1">
            <a:spLocks noChangeArrowheads="1"/>
          </p:cNvSpPr>
          <p:nvPr/>
        </p:nvSpPr>
        <p:spPr bwMode="auto">
          <a:xfrm>
            <a:off x="7391400" y="44958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270   300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716" name="AutoShape 60"/>
          <p:cNvCxnSpPr>
            <a:cxnSpLocks noChangeShapeType="1"/>
            <a:stCxn id="198715" idx="1"/>
            <a:endCxn id="198715" idx="3"/>
          </p:cNvCxnSpPr>
          <p:nvPr/>
        </p:nvCxnSpPr>
        <p:spPr bwMode="auto">
          <a:xfrm>
            <a:off x="7391400" y="48545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717" name="Line 61"/>
          <p:cNvSpPr>
            <a:spLocks noChangeShapeType="1"/>
          </p:cNvSpPr>
          <p:nvPr/>
        </p:nvSpPr>
        <p:spPr bwMode="auto">
          <a:xfrm>
            <a:off x="8153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18" name="Line 62"/>
          <p:cNvSpPr>
            <a:spLocks noChangeShapeType="1"/>
          </p:cNvSpPr>
          <p:nvPr/>
        </p:nvSpPr>
        <p:spPr bwMode="auto">
          <a:xfrm>
            <a:off x="7772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19" name="Line 63"/>
          <p:cNvSpPr>
            <a:spLocks noChangeShapeType="1"/>
          </p:cNvSpPr>
          <p:nvPr/>
        </p:nvSpPr>
        <p:spPr bwMode="auto">
          <a:xfrm>
            <a:off x="8534400" y="4876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20" name="Line 64"/>
          <p:cNvSpPr>
            <a:spLocks noChangeShapeType="1"/>
          </p:cNvSpPr>
          <p:nvPr/>
        </p:nvSpPr>
        <p:spPr bwMode="auto">
          <a:xfrm>
            <a:off x="7848600" y="4495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21" name="Line 65"/>
          <p:cNvSpPr>
            <a:spLocks noChangeShapeType="1"/>
          </p:cNvSpPr>
          <p:nvPr/>
        </p:nvSpPr>
        <p:spPr bwMode="auto">
          <a:xfrm>
            <a:off x="8382000" y="44958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22" name="Text Box 66"/>
          <p:cNvSpPr txBox="1">
            <a:spLocks noChangeArrowheads="1"/>
          </p:cNvSpPr>
          <p:nvPr/>
        </p:nvSpPr>
        <p:spPr bwMode="auto">
          <a:xfrm>
            <a:off x="8382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15     20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723" name="AutoShape 67"/>
          <p:cNvCxnSpPr>
            <a:cxnSpLocks noChangeShapeType="1"/>
            <a:stCxn id="198722" idx="1"/>
            <a:endCxn id="198722" idx="3"/>
          </p:cNvCxnSpPr>
          <p:nvPr/>
        </p:nvCxnSpPr>
        <p:spPr bwMode="auto">
          <a:xfrm>
            <a:off x="8382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724" name="Line 68"/>
          <p:cNvSpPr>
            <a:spLocks noChangeShapeType="1"/>
          </p:cNvSpPr>
          <p:nvPr/>
        </p:nvSpPr>
        <p:spPr bwMode="auto">
          <a:xfrm>
            <a:off x="1600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25" name="Line 69"/>
          <p:cNvSpPr>
            <a:spLocks noChangeShapeType="1"/>
          </p:cNvSpPr>
          <p:nvPr/>
        </p:nvSpPr>
        <p:spPr bwMode="auto">
          <a:xfrm>
            <a:off x="1219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26" name="Line 70"/>
          <p:cNvSpPr>
            <a:spLocks noChangeShapeType="1"/>
          </p:cNvSpPr>
          <p:nvPr/>
        </p:nvSpPr>
        <p:spPr bwMode="auto">
          <a:xfrm>
            <a:off x="19812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27" name="Line 71"/>
          <p:cNvSpPr>
            <a:spLocks noChangeShapeType="1"/>
          </p:cNvSpPr>
          <p:nvPr/>
        </p:nvSpPr>
        <p:spPr bwMode="auto">
          <a:xfrm>
            <a:off x="12954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28" name="Line 72"/>
          <p:cNvSpPr>
            <a:spLocks noChangeShapeType="1"/>
          </p:cNvSpPr>
          <p:nvPr/>
        </p:nvSpPr>
        <p:spPr bwMode="auto">
          <a:xfrm>
            <a:off x="18288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29" name="Text Box 73"/>
          <p:cNvSpPr txBox="1">
            <a:spLocks noChangeArrowheads="1"/>
          </p:cNvSpPr>
          <p:nvPr/>
        </p:nvSpPr>
        <p:spPr bwMode="auto">
          <a:xfrm>
            <a:off x="289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100   115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730" name="AutoShape 74"/>
          <p:cNvCxnSpPr>
            <a:cxnSpLocks noChangeShapeType="1"/>
            <a:stCxn id="198729" idx="1"/>
            <a:endCxn id="198729" idx="3"/>
          </p:cNvCxnSpPr>
          <p:nvPr/>
        </p:nvCxnSpPr>
        <p:spPr bwMode="auto">
          <a:xfrm>
            <a:off x="289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731" name="Line 75"/>
          <p:cNvSpPr>
            <a:spLocks noChangeShapeType="1"/>
          </p:cNvSpPr>
          <p:nvPr/>
        </p:nvSpPr>
        <p:spPr bwMode="auto">
          <a:xfrm>
            <a:off x="365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32" name="Line 76"/>
          <p:cNvSpPr>
            <a:spLocks noChangeShapeType="1"/>
          </p:cNvSpPr>
          <p:nvPr/>
        </p:nvSpPr>
        <p:spPr bwMode="auto">
          <a:xfrm>
            <a:off x="327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33" name="Line 77"/>
          <p:cNvSpPr>
            <a:spLocks noChangeShapeType="1"/>
          </p:cNvSpPr>
          <p:nvPr/>
        </p:nvSpPr>
        <p:spPr bwMode="auto">
          <a:xfrm>
            <a:off x="403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34" name="Line 78"/>
          <p:cNvSpPr>
            <a:spLocks noChangeShapeType="1"/>
          </p:cNvSpPr>
          <p:nvPr/>
        </p:nvSpPr>
        <p:spPr bwMode="auto">
          <a:xfrm>
            <a:off x="335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35" name="Line 79"/>
          <p:cNvSpPr>
            <a:spLocks noChangeShapeType="1"/>
          </p:cNvSpPr>
          <p:nvPr/>
        </p:nvSpPr>
        <p:spPr bwMode="auto">
          <a:xfrm>
            <a:off x="388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36" name="Text Box 80"/>
          <p:cNvSpPr txBox="1">
            <a:spLocks noChangeArrowheads="1"/>
          </p:cNvSpPr>
          <p:nvPr/>
        </p:nvSpPr>
        <p:spPr bwMode="auto">
          <a:xfrm>
            <a:off x="4800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150   165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737" name="AutoShape 81"/>
          <p:cNvCxnSpPr>
            <a:cxnSpLocks noChangeShapeType="1"/>
            <a:stCxn id="198736" idx="1"/>
            <a:endCxn id="198736" idx="3"/>
          </p:cNvCxnSpPr>
          <p:nvPr/>
        </p:nvCxnSpPr>
        <p:spPr bwMode="auto">
          <a:xfrm>
            <a:off x="4800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738" name="Line 82"/>
          <p:cNvSpPr>
            <a:spLocks noChangeShapeType="1"/>
          </p:cNvSpPr>
          <p:nvPr/>
        </p:nvSpPr>
        <p:spPr bwMode="auto">
          <a:xfrm>
            <a:off x="5562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39" name="Line 83"/>
          <p:cNvSpPr>
            <a:spLocks noChangeShapeType="1"/>
          </p:cNvSpPr>
          <p:nvPr/>
        </p:nvSpPr>
        <p:spPr bwMode="auto">
          <a:xfrm>
            <a:off x="5181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40" name="Line 84"/>
          <p:cNvSpPr>
            <a:spLocks noChangeShapeType="1"/>
          </p:cNvSpPr>
          <p:nvPr/>
        </p:nvSpPr>
        <p:spPr bwMode="auto">
          <a:xfrm>
            <a:off x="5943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41" name="Line 85"/>
          <p:cNvSpPr>
            <a:spLocks noChangeShapeType="1"/>
          </p:cNvSpPr>
          <p:nvPr/>
        </p:nvSpPr>
        <p:spPr bwMode="auto">
          <a:xfrm>
            <a:off x="5257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42" name="Line 86"/>
          <p:cNvSpPr>
            <a:spLocks noChangeShapeType="1"/>
          </p:cNvSpPr>
          <p:nvPr/>
        </p:nvSpPr>
        <p:spPr bwMode="auto">
          <a:xfrm>
            <a:off x="5791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43" name="Text Box 87"/>
          <p:cNvSpPr txBox="1">
            <a:spLocks noChangeArrowheads="1"/>
          </p:cNvSpPr>
          <p:nvPr/>
        </p:nvSpPr>
        <p:spPr bwMode="auto">
          <a:xfrm>
            <a:off x="6705600" y="5867400"/>
            <a:ext cx="1524000" cy="7159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230   240</a:t>
            </a:r>
          </a:p>
          <a:p>
            <a:pPr>
              <a:spcBef>
                <a:spcPct val="50000"/>
              </a:spcBef>
            </a:pPr>
            <a:endParaRPr lang="en-US" sz="1600"/>
          </a:p>
        </p:txBody>
      </p:sp>
      <p:cxnSp>
        <p:nvCxnSpPr>
          <p:cNvPr id="198744" name="AutoShape 88"/>
          <p:cNvCxnSpPr>
            <a:cxnSpLocks noChangeShapeType="1"/>
            <a:stCxn id="198743" idx="1"/>
            <a:endCxn id="198743" idx="3"/>
          </p:cNvCxnSpPr>
          <p:nvPr/>
        </p:nvCxnSpPr>
        <p:spPr bwMode="auto">
          <a:xfrm>
            <a:off x="6705600" y="6226175"/>
            <a:ext cx="15240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98745" name="Line 89"/>
          <p:cNvSpPr>
            <a:spLocks noChangeShapeType="1"/>
          </p:cNvSpPr>
          <p:nvPr/>
        </p:nvSpPr>
        <p:spPr bwMode="auto">
          <a:xfrm>
            <a:off x="7467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46" name="Line 90"/>
          <p:cNvSpPr>
            <a:spLocks noChangeShapeType="1"/>
          </p:cNvSpPr>
          <p:nvPr/>
        </p:nvSpPr>
        <p:spPr bwMode="auto">
          <a:xfrm>
            <a:off x="7086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47" name="Line 91"/>
          <p:cNvSpPr>
            <a:spLocks noChangeShapeType="1"/>
          </p:cNvSpPr>
          <p:nvPr/>
        </p:nvSpPr>
        <p:spPr bwMode="auto">
          <a:xfrm>
            <a:off x="7848600" y="6248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48" name="Line 92"/>
          <p:cNvSpPr>
            <a:spLocks noChangeShapeType="1"/>
          </p:cNvSpPr>
          <p:nvPr/>
        </p:nvSpPr>
        <p:spPr bwMode="auto">
          <a:xfrm>
            <a:off x="71628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749" name="Line 93"/>
          <p:cNvSpPr>
            <a:spLocks noChangeShapeType="1"/>
          </p:cNvSpPr>
          <p:nvPr/>
        </p:nvSpPr>
        <p:spPr bwMode="auto">
          <a:xfrm>
            <a:off x="7696200" y="5867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ing Plan">
  <a:themeElements>
    <a:clrScheme name="Marketing Plan 4">
      <a:dk1>
        <a:srgbClr val="336699"/>
      </a:dk1>
      <a:lt1>
        <a:srgbClr val="FFFFFF"/>
      </a:lt1>
      <a:dk2>
        <a:srgbClr val="0066FF"/>
      </a:dk2>
      <a:lt2>
        <a:srgbClr val="AFB5D2"/>
      </a:lt2>
      <a:accent1>
        <a:srgbClr val="66CCFF"/>
      </a:accent1>
      <a:accent2>
        <a:srgbClr val="0000FF"/>
      </a:accent2>
      <a:accent3>
        <a:srgbClr val="FFFFFF"/>
      </a:accent3>
      <a:accent4>
        <a:srgbClr val="2A5682"/>
      </a:accent4>
      <a:accent5>
        <a:srgbClr val="B8E2FF"/>
      </a:accent5>
      <a:accent6>
        <a:srgbClr val="0000E7"/>
      </a:accent6>
      <a:hlink>
        <a:srgbClr val="FF99FF"/>
      </a:hlink>
      <a:folHlink>
        <a:srgbClr val="CCCCFF"/>
      </a:folHlink>
    </a:clrScheme>
    <a:fontScheme name="Marketing Pla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rketing Plan 1">
        <a:dk1>
          <a:srgbClr val="336699"/>
        </a:dk1>
        <a:lt1>
          <a:srgbClr val="FFFFFF"/>
        </a:lt1>
        <a:dk2>
          <a:srgbClr val="0066FF"/>
        </a:dk2>
        <a:lt2>
          <a:srgbClr val="AFB5D2"/>
        </a:lt2>
        <a:accent1>
          <a:srgbClr val="66CCFF"/>
        </a:accent1>
        <a:accent2>
          <a:srgbClr val="99FFCC"/>
        </a:accent2>
        <a:accent3>
          <a:srgbClr val="FFFFFF"/>
        </a:accent3>
        <a:accent4>
          <a:srgbClr val="2A5682"/>
        </a:accent4>
        <a:accent5>
          <a:srgbClr val="B8E2FF"/>
        </a:accent5>
        <a:accent6>
          <a:srgbClr val="8AE7B9"/>
        </a:accent6>
        <a:hlink>
          <a:srgbClr val="FF99FF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keting Plan 2">
        <a:dk1>
          <a:srgbClr val="003366"/>
        </a:dk1>
        <a:lt1>
          <a:srgbClr val="CCECFF"/>
        </a:lt1>
        <a:dk2>
          <a:srgbClr val="4B3384"/>
        </a:dk2>
        <a:lt2>
          <a:srgbClr val="849CBB"/>
        </a:lt2>
        <a:accent1>
          <a:srgbClr val="90DBFF"/>
        </a:accent1>
        <a:accent2>
          <a:srgbClr val="99FFCC"/>
        </a:accent2>
        <a:accent3>
          <a:srgbClr val="E2F4FF"/>
        </a:accent3>
        <a:accent4>
          <a:srgbClr val="002A56"/>
        </a:accent4>
        <a:accent5>
          <a:srgbClr val="C6EAFF"/>
        </a:accent5>
        <a:accent6>
          <a:srgbClr val="8AE7B9"/>
        </a:accent6>
        <a:hlink>
          <a:srgbClr val="DFC0FF"/>
        </a:hlink>
        <a:folHlink>
          <a:srgbClr val="6DC5D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keting Plan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keting Plan 4">
        <a:dk1>
          <a:srgbClr val="336699"/>
        </a:dk1>
        <a:lt1>
          <a:srgbClr val="FFFFFF"/>
        </a:lt1>
        <a:dk2>
          <a:srgbClr val="0066FF"/>
        </a:dk2>
        <a:lt2>
          <a:srgbClr val="AFB5D2"/>
        </a:lt2>
        <a:accent1>
          <a:srgbClr val="66CCFF"/>
        </a:accent1>
        <a:accent2>
          <a:srgbClr val="0000FF"/>
        </a:accent2>
        <a:accent3>
          <a:srgbClr val="FFFFFF"/>
        </a:accent3>
        <a:accent4>
          <a:srgbClr val="2A5682"/>
        </a:accent4>
        <a:accent5>
          <a:srgbClr val="B8E2FF"/>
        </a:accent5>
        <a:accent6>
          <a:srgbClr val="0000E7"/>
        </a:accent6>
        <a:hlink>
          <a:srgbClr val="FF99FF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Marketing Plan</Template>
  <TotalTime>1125</TotalTime>
  <Words>441</Words>
  <Application>Microsoft Office PowerPoint</Application>
  <PresentationFormat>On-screen Show (4:3)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Comic Sans MS</vt:lpstr>
      <vt:lpstr>Marketing Plan</vt:lpstr>
      <vt:lpstr>Announcements</vt:lpstr>
      <vt:lpstr>More Physical Storage </vt:lpstr>
      <vt:lpstr>Example B+ Tree</vt:lpstr>
      <vt:lpstr>Rules for Constructing a B+ Tree </vt:lpstr>
      <vt:lpstr>Rules for Constructing a B+ Tree</vt:lpstr>
      <vt:lpstr>Storage Capacity</vt:lpstr>
      <vt:lpstr>Building a B+ Tree</vt:lpstr>
      <vt:lpstr>Inserting 5</vt:lpstr>
      <vt:lpstr>Deleting 80</vt:lpstr>
      <vt:lpstr>Inserting 20</vt:lpstr>
      <vt:lpstr>Deleting 75</vt:lpstr>
      <vt:lpstr>Final Tree</vt:lpstr>
    </vt:vector>
  </TitlesOfParts>
  <Company>Loyola Computer Science Department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 </dc:title>
  <dc:creator>dlawrie</dc:creator>
  <cp:lastModifiedBy>Dr.Sujala</cp:lastModifiedBy>
  <cp:revision>44</cp:revision>
  <dcterms:created xsi:type="dcterms:W3CDTF">2004-08-27T15:02:03Z</dcterms:created>
  <dcterms:modified xsi:type="dcterms:W3CDTF">2014-04-21T08:48:40Z</dcterms:modified>
</cp:coreProperties>
</file>